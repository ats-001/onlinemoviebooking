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0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84" r:id="rId9"/>
    <p:sldId id="283" r:id="rId10"/>
    <p:sldId id="263" r:id="rId11"/>
    <p:sldId id="276" r:id="rId12"/>
    <p:sldId id="277" r:id="rId13"/>
    <p:sldId id="285" r:id="rId14"/>
    <p:sldId id="278" r:id="rId15"/>
    <p:sldId id="279" r:id="rId16"/>
    <p:sldId id="281" r:id="rId17"/>
    <p:sldId id="282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0CEAB-3556-E50A-01A1-F8B7DA9F5A11}" v="391" dt="2026-07-31T01:43:59.900"/>
    <p1510:client id="{FFAB8610-B786-6338-DFAD-7735A755ABA9}" v="433" dt="2026-07-30T19:24:24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5CFC19-EE41-463B-AD9B-33EB49FBC57B}" type="doc">
      <dgm:prSet loTypeId="urn:microsoft.com/office/officeart/2005/8/layout/vList2" loCatId="list" qsTypeId="urn:microsoft.com/office/officeart/2005/8/quickstyle/simple3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93F3FD7D-4AC7-4031-A280-FE3B7E3EB4B8}">
      <dgm:prSet/>
      <dgm:spPr/>
      <dgm:t>
        <a:bodyPr/>
        <a:lstStyle/>
        <a:p>
          <a:r>
            <a:rPr lang="en-IN" b="1" dirty="0"/>
            <a:t>MySQL Tables</a:t>
          </a:r>
          <a:endParaRPr lang="en-IN" dirty="0"/>
        </a:p>
      </dgm:t>
    </dgm:pt>
    <dgm:pt modelId="{239FFD7E-872E-48C1-8384-7D103368F4A2}" type="parTrans" cxnId="{51B335E0-28C8-4D65-85C2-5DE4C0F53B25}">
      <dgm:prSet/>
      <dgm:spPr/>
      <dgm:t>
        <a:bodyPr/>
        <a:lstStyle/>
        <a:p>
          <a:endParaRPr lang="en-IN"/>
        </a:p>
      </dgm:t>
    </dgm:pt>
    <dgm:pt modelId="{F47A484A-B0D9-4DBE-BEE9-285E36F7EEBF}" type="sibTrans" cxnId="{51B335E0-28C8-4D65-85C2-5DE4C0F53B25}">
      <dgm:prSet/>
      <dgm:spPr/>
      <dgm:t>
        <a:bodyPr/>
        <a:lstStyle/>
        <a:p>
          <a:endParaRPr lang="en-IN"/>
        </a:p>
      </dgm:t>
    </dgm:pt>
    <dgm:pt modelId="{9CA8CABD-D6C9-40C0-A2DD-A022F3644877}">
      <dgm:prSet/>
      <dgm:spPr/>
      <dgm:t>
        <a:bodyPr/>
        <a:lstStyle/>
        <a:p>
          <a:r>
            <a:rPr lang="en-IN"/>
            <a:t>Movies </a:t>
          </a:r>
        </a:p>
      </dgm:t>
    </dgm:pt>
    <dgm:pt modelId="{7109B091-D1C3-4DC5-A79D-C32CDE7D667F}" type="parTrans" cxnId="{6A05A2FA-F57F-4042-B8F1-BA67939C4D61}">
      <dgm:prSet/>
      <dgm:spPr/>
      <dgm:t>
        <a:bodyPr/>
        <a:lstStyle/>
        <a:p>
          <a:endParaRPr lang="en-IN"/>
        </a:p>
      </dgm:t>
    </dgm:pt>
    <dgm:pt modelId="{6AEAD15D-827B-4A16-921A-3B36B84501E3}" type="sibTrans" cxnId="{6A05A2FA-F57F-4042-B8F1-BA67939C4D61}">
      <dgm:prSet/>
      <dgm:spPr/>
      <dgm:t>
        <a:bodyPr/>
        <a:lstStyle/>
        <a:p>
          <a:endParaRPr lang="en-IN"/>
        </a:p>
      </dgm:t>
    </dgm:pt>
    <dgm:pt modelId="{B8F36A9F-B22D-4624-AF2F-3499002B72F3}">
      <dgm:prSet/>
      <dgm:spPr/>
      <dgm:t>
        <a:bodyPr/>
        <a:lstStyle/>
        <a:p>
          <a:r>
            <a:rPr lang="en-IN"/>
            <a:t>Shows </a:t>
          </a:r>
        </a:p>
      </dgm:t>
    </dgm:pt>
    <dgm:pt modelId="{71625BAB-9BCD-4129-A5B1-41BD062EC200}" type="parTrans" cxnId="{E576592B-5FC6-408C-8460-26670BBAF8F9}">
      <dgm:prSet/>
      <dgm:spPr/>
      <dgm:t>
        <a:bodyPr/>
        <a:lstStyle/>
        <a:p>
          <a:endParaRPr lang="en-IN"/>
        </a:p>
      </dgm:t>
    </dgm:pt>
    <dgm:pt modelId="{55AEDB4B-41D4-4EBB-B647-E8B77E425485}" type="sibTrans" cxnId="{E576592B-5FC6-408C-8460-26670BBAF8F9}">
      <dgm:prSet/>
      <dgm:spPr/>
      <dgm:t>
        <a:bodyPr/>
        <a:lstStyle/>
        <a:p>
          <a:endParaRPr lang="en-IN"/>
        </a:p>
      </dgm:t>
    </dgm:pt>
    <dgm:pt modelId="{47BE4C94-1751-47CA-87B6-D2E591CF2058}">
      <dgm:prSet/>
      <dgm:spPr/>
      <dgm:t>
        <a:bodyPr/>
        <a:lstStyle/>
        <a:p>
          <a:r>
            <a:rPr lang="en-IN"/>
            <a:t>Seats </a:t>
          </a:r>
        </a:p>
      </dgm:t>
    </dgm:pt>
    <dgm:pt modelId="{6FAD655A-D74E-422B-A25F-155B6F65013C}" type="parTrans" cxnId="{7B9FDD49-F8DD-4432-B224-6E55687DC2A1}">
      <dgm:prSet/>
      <dgm:spPr/>
      <dgm:t>
        <a:bodyPr/>
        <a:lstStyle/>
        <a:p>
          <a:endParaRPr lang="en-IN"/>
        </a:p>
      </dgm:t>
    </dgm:pt>
    <dgm:pt modelId="{BB8DB64A-613C-4BD0-9616-61FB0B9D815F}" type="sibTrans" cxnId="{7B9FDD49-F8DD-4432-B224-6E55687DC2A1}">
      <dgm:prSet/>
      <dgm:spPr/>
      <dgm:t>
        <a:bodyPr/>
        <a:lstStyle/>
        <a:p>
          <a:endParaRPr lang="en-IN"/>
        </a:p>
      </dgm:t>
    </dgm:pt>
    <dgm:pt modelId="{116E222C-E8EA-426C-990F-F8A97A2E3D46}">
      <dgm:prSet/>
      <dgm:spPr/>
      <dgm:t>
        <a:bodyPr/>
        <a:lstStyle/>
        <a:p>
          <a:r>
            <a:rPr lang="en-IN"/>
            <a:t>Bookings </a:t>
          </a:r>
        </a:p>
      </dgm:t>
    </dgm:pt>
    <dgm:pt modelId="{6F1704BA-177E-42A6-95A5-D73F889F6640}" type="parTrans" cxnId="{18448E22-32A6-4043-808E-E675C5BCFA52}">
      <dgm:prSet/>
      <dgm:spPr/>
      <dgm:t>
        <a:bodyPr/>
        <a:lstStyle/>
        <a:p>
          <a:endParaRPr lang="en-IN"/>
        </a:p>
      </dgm:t>
    </dgm:pt>
    <dgm:pt modelId="{B2531634-F8A8-460E-B423-65C016224AC0}" type="sibTrans" cxnId="{18448E22-32A6-4043-808E-E675C5BCFA52}">
      <dgm:prSet/>
      <dgm:spPr/>
      <dgm:t>
        <a:bodyPr/>
        <a:lstStyle/>
        <a:p>
          <a:endParaRPr lang="en-IN"/>
        </a:p>
      </dgm:t>
    </dgm:pt>
    <dgm:pt modelId="{07FDC218-9DB0-42BC-9BCE-7493F32E8BD8}">
      <dgm:prSet/>
      <dgm:spPr/>
      <dgm:t>
        <a:bodyPr/>
        <a:lstStyle/>
        <a:p>
          <a:r>
            <a:rPr lang="en-IN"/>
            <a:t>Payments</a:t>
          </a:r>
        </a:p>
      </dgm:t>
    </dgm:pt>
    <dgm:pt modelId="{3A96FDBE-3FB5-4276-A2DD-2D44184D8405}" type="parTrans" cxnId="{DAD2BD4E-53A9-44B0-9B0B-0EAB25F002B4}">
      <dgm:prSet/>
      <dgm:spPr/>
      <dgm:t>
        <a:bodyPr/>
        <a:lstStyle/>
        <a:p>
          <a:endParaRPr lang="en-IN"/>
        </a:p>
      </dgm:t>
    </dgm:pt>
    <dgm:pt modelId="{6B5129EF-CF5E-4439-BDE5-268D0CEBDAE0}" type="sibTrans" cxnId="{DAD2BD4E-53A9-44B0-9B0B-0EAB25F002B4}">
      <dgm:prSet/>
      <dgm:spPr/>
      <dgm:t>
        <a:bodyPr/>
        <a:lstStyle/>
        <a:p>
          <a:endParaRPr lang="en-IN"/>
        </a:p>
      </dgm:t>
    </dgm:pt>
    <dgm:pt modelId="{F0505CD9-5063-46E8-853D-40AFA60275A5}">
      <dgm:prSet/>
      <dgm:spPr/>
      <dgm:t>
        <a:bodyPr/>
        <a:lstStyle/>
        <a:p>
          <a:r>
            <a:rPr lang="en-IN" dirty="0"/>
            <a:t>Users </a:t>
          </a:r>
        </a:p>
      </dgm:t>
    </dgm:pt>
    <dgm:pt modelId="{DBBBF62F-700D-4863-A070-2799ABBCDC44}" type="parTrans" cxnId="{38634991-03CB-47C5-9CB3-B015D73B8DA0}">
      <dgm:prSet/>
      <dgm:spPr/>
      <dgm:t>
        <a:bodyPr/>
        <a:lstStyle/>
        <a:p>
          <a:endParaRPr lang="en-IN"/>
        </a:p>
      </dgm:t>
    </dgm:pt>
    <dgm:pt modelId="{3A4DB9C1-CEA6-4A09-95EF-5D50EF539E07}" type="sibTrans" cxnId="{38634991-03CB-47C5-9CB3-B015D73B8DA0}">
      <dgm:prSet/>
      <dgm:spPr/>
      <dgm:t>
        <a:bodyPr/>
        <a:lstStyle/>
        <a:p>
          <a:endParaRPr lang="en-IN"/>
        </a:p>
      </dgm:t>
    </dgm:pt>
    <dgm:pt modelId="{D0F06196-C80B-4ADA-B1CE-BD391756E013}" type="pres">
      <dgm:prSet presAssocID="{FF5CFC19-EE41-463B-AD9B-33EB49FBC57B}" presName="linear" presStyleCnt="0">
        <dgm:presLayoutVars>
          <dgm:animLvl val="lvl"/>
          <dgm:resizeHandles val="exact"/>
        </dgm:presLayoutVars>
      </dgm:prSet>
      <dgm:spPr/>
    </dgm:pt>
    <dgm:pt modelId="{3E732F19-AE27-4780-B8A9-9E698F423E35}" type="pres">
      <dgm:prSet presAssocID="{93F3FD7D-4AC7-4031-A280-FE3B7E3EB4B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AAADA13-5726-4EE1-848E-C0D381C3DB96}" type="pres">
      <dgm:prSet presAssocID="{F47A484A-B0D9-4DBE-BEE9-285E36F7EEBF}" presName="spacer" presStyleCnt="0"/>
      <dgm:spPr/>
    </dgm:pt>
    <dgm:pt modelId="{C6A51AF3-4D22-44DB-B265-E3E7FF34550E}" type="pres">
      <dgm:prSet presAssocID="{F0505CD9-5063-46E8-853D-40AFA60275A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84A24A0-37E1-4788-9EE9-1DB076723B16}" type="pres">
      <dgm:prSet presAssocID="{3A4DB9C1-CEA6-4A09-95EF-5D50EF539E07}" presName="spacer" presStyleCnt="0"/>
      <dgm:spPr/>
    </dgm:pt>
    <dgm:pt modelId="{BF7AA7C6-550F-4E74-A323-89763C61F63D}" type="pres">
      <dgm:prSet presAssocID="{9CA8CABD-D6C9-40C0-A2DD-A022F364487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D7C8DA4-5BE9-4983-8ACD-2F785F377B87}" type="pres">
      <dgm:prSet presAssocID="{6AEAD15D-827B-4A16-921A-3B36B84501E3}" presName="spacer" presStyleCnt="0"/>
      <dgm:spPr/>
    </dgm:pt>
    <dgm:pt modelId="{2EDA13EF-2FD4-4DD5-9D5E-912A478CFD58}" type="pres">
      <dgm:prSet presAssocID="{B8F36A9F-B22D-4624-AF2F-3499002B72F3}" presName="parentText" presStyleLbl="node1" presStyleIdx="3" presStyleCnt="7" custLinFactNeighborY="82826">
        <dgm:presLayoutVars>
          <dgm:chMax val="0"/>
          <dgm:bulletEnabled val="1"/>
        </dgm:presLayoutVars>
      </dgm:prSet>
      <dgm:spPr/>
    </dgm:pt>
    <dgm:pt modelId="{98CC7048-219E-4573-95FF-D55EB8B30CE7}" type="pres">
      <dgm:prSet presAssocID="{55AEDB4B-41D4-4EBB-B647-E8B77E425485}" presName="spacer" presStyleCnt="0"/>
      <dgm:spPr/>
    </dgm:pt>
    <dgm:pt modelId="{824D65C3-2380-46B3-B5AA-44CF1B0A194C}" type="pres">
      <dgm:prSet presAssocID="{47BE4C94-1751-47CA-87B6-D2E591CF2058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4C859BE-E4B3-4047-AF13-0414E027EFCA}" type="pres">
      <dgm:prSet presAssocID="{BB8DB64A-613C-4BD0-9616-61FB0B9D815F}" presName="spacer" presStyleCnt="0"/>
      <dgm:spPr/>
    </dgm:pt>
    <dgm:pt modelId="{05A5FEB9-029A-4A26-AA7A-AD5E12BFAAC0}" type="pres">
      <dgm:prSet presAssocID="{116E222C-E8EA-426C-990F-F8A97A2E3D4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044882B-5A7B-4B0A-9B97-C637B8F95971}" type="pres">
      <dgm:prSet presAssocID="{B2531634-F8A8-460E-B423-65C016224AC0}" presName="spacer" presStyleCnt="0"/>
      <dgm:spPr/>
    </dgm:pt>
    <dgm:pt modelId="{E047F5BA-5CEB-4430-BF17-D0658B8E9B3B}" type="pres">
      <dgm:prSet presAssocID="{07FDC218-9DB0-42BC-9BCE-7493F32E8BD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8448E22-32A6-4043-808E-E675C5BCFA52}" srcId="{FF5CFC19-EE41-463B-AD9B-33EB49FBC57B}" destId="{116E222C-E8EA-426C-990F-F8A97A2E3D46}" srcOrd="5" destOrd="0" parTransId="{6F1704BA-177E-42A6-95A5-D73F889F6640}" sibTransId="{B2531634-F8A8-460E-B423-65C016224AC0}"/>
    <dgm:cxn modelId="{E576592B-5FC6-408C-8460-26670BBAF8F9}" srcId="{FF5CFC19-EE41-463B-AD9B-33EB49FBC57B}" destId="{B8F36A9F-B22D-4624-AF2F-3499002B72F3}" srcOrd="3" destOrd="0" parTransId="{71625BAB-9BCD-4129-A5B1-41BD062EC200}" sibTransId="{55AEDB4B-41D4-4EBB-B647-E8B77E425485}"/>
    <dgm:cxn modelId="{7B9FDD49-F8DD-4432-B224-6E55687DC2A1}" srcId="{FF5CFC19-EE41-463B-AD9B-33EB49FBC57B}" destId="{47BE4C94-1751-47CA-87B6-D2E591CF2058}" srcOrd="4" destOrd="0" parTransId="{6FAD655A-D74E-422B-A25F-155B6F65013C}" sibTransId="{BB8DB64A-613C-4BD0-9616-61FB0B9D815F}"/>
    <dgm:cxn modelId="{07DF0C6C-B7FB-4384-B7A5-E4CB86A8EA3E}" type="presOf" srcId="{07FDC218-9DB0-42BC-9BCE-7493F32E8BD8}" destId="{E047F5BA-5CEB-4430-BF17-D0658B8E9B3B}" srcOrd="0" destOrd="0" presId="urn:microsoft.com/office/officeart/2005/8/layout/vList2"/>
    <dgm:cxn modelId="{DAD2BD4E-53A9-44B0-9B0B-0EAB25F002B4}" srcId="{FF5CFC19-EE41-463B-AD9B-33EB49FBC57B}" destId="{07FDC218-9DB0-42BC-9BCE-7493F32E8BD8}" srcOrd="6" destOrd="0" parTransId="{3A96FDBE-3FB5-4276-A2DD-2D44184D8405}" sibTransId="{6B5129EF-CF5E-4439-BDE5-268D0CEBDAE0}"/>
    <dgm:cxn modelId="{9AF22671-91F2-4750-B61F-F14CD7594477}" type="presOf" srcId="{9CA8CABD-D6C9-40C0-A2DD-A022F3644877}" destId="{BF7AA7C6-550F-4E74-A323-89763C61F63D}" srcOrd="0" destOrd="0" presId="urn:microsoft.com/office/officeart/2005/8/layout/vList2"/>
    <dgm:cxn modelId="{B58C4352-C24F-4642-9C4F-84B966F4D461}" type="presOf" srcId="{FF5CFC19-EE41-463B-AD9B-33EB49FBC57B}" destId="{D0F06196-C80B-4ADA-B1CE-BD391756E013}" srcOrd="0" destOrd="0" presId="urn:microsoft.com/office/officeart/2005/8/layout/vList2"/>
    <dgm:cxn modelId="{B9474E57-7870-4868-84C8-51A24BD289E4}" type="presOf" srcId="{B8F36A9F-B22D-4624-AF2F-3499002B72F3}" destId="{2EDA13EF-2FD4-4DD5-9D5E-912A478CFD58}" srcOrd="0" destOrd="0" presId="urn:microsoft.com/office/officeart/2005/8/layout/vList2"/>
    <dgm:cxn modelId="{38634991-03CB-47C5-9CB3-B015D73B8DA0}" srcId="{FF5CFC19-EE41-463B-AD9B-33EB49FBC57B}" destId="{F0505CD9-5063-46E8-853D-40AFA60275A5}" srcOrd="1" destOrd="0" parTransId="{DBBBF62F-700D-4863-A070-2799ABBCDC44}" sibTransId="{3A4DB9C1-CEA6-4A09-95EF-5D50EF539E07}"/>
    <dgm:cxn modelId="{074C91A1-377C-46EE-BA6A-840C58F82EC4}" type="presOf" srcId="{93F3FD7D-4AC7-4031-A280-FE3B7E3EB4B8}" destId="{3E732F19-AE27-4780-B8A9-9E698F423E35}" srcOrd="0" destOrd="0" presId="urn:microsoft.com/office/officeart/2005/8/layout/vList2"/>
    <dgm:cxn modelId="{4F4CE3A3-55B6-4E6E-836C-FBB04454BFFA}" type="presOf" srcId="{47BE4C94-1751-47CA-87B6-D2E591CF2058}" destId="{824D65C3-2380-46B3-B5AA-44CF1B0A194C}" srcOrd="0" destOrd="0" presId="urn:microsoft.com/office/officeart/2005/8/layout/vList2"/>
    <dgm:cxn modelId="{CF900FCF-DDF1-47C9-9D32-0272F1C2535A}" type="presOf" srcId="{116E222C-E8EA-426C-990F-F8A97A2E3D46}" destId="{05A5FEB9-029A-4A26-AA7A-AD5E12BFAAC0}" srcOrd="0" destOrd="0" presId="urn:microsoft.com/office/officeart/2005/8/layout/vList2"/>
    <dgm:cxn modelId="{51B335E0-28C8-4D65-85C2-5DE4C0F53B25}" srcId="{FF5CFC19-EE41-463B-AD9B-33EB49FBC57B}" destId="{93F3FD7D-4AC7-4031-A280-FE3B7E3EB4B8}" srcOrd="0" destOrd="0" parTransId="{239FFD7E-872E-48C1-8384-7D103368F4A2}" sibTransId="{F47A484A-B0D9-4DBE-BEE9-285E36F7EEBF}"/>
    <dgm:cxn modelId="{11639CFA-6FB7-409F-A7AA-B017486B9746}" type="presOf" srcId="{F0505CD9-5063-46E8-853D-40AFA60275A5}" destId="{C6A51AF3-4D22-44DB-B265-E3E7FF34550E}" srcOrd="0" destOrd="0" presId="urn:microsoft.com/office/officeart/2005/8/layout/vList2"/>
    <dgm:cxn modelId="{6A05A2FA-F57F-4042-B8F1-BA67939C4D61}" srcId="{FF5CFC19-EE41-463B-AD9B-33EB49FBC57B}" destId="{9CA8CABD-D6C9-40C0-A2DD-A022F3644877}" srcOrd="2" destOrd="0" parTransId="{7109B091-D1C3-4DC5-A79D-C32CDE7D667F}" sibTransId="{6AEAD15D-827B-4A16-921A-3B36B84501E3}"/>
    <dgm:cxn modelId="{6D75D540-F06F-47D9-BCC4-D3FF1981D6E1}" type="presParOf" srcId="{D0F06196-C80B-4ADA-B1CE-BD391756E013}" destId="{3E732F19-AE27-4780-B8A9-9E698F423E35}" srcOrd="0" destOrd="0" presId="urn:microsoft.com/office/officeart/2005/8/layout/vList2"/>
    <dgm:cxn modelId="{723DED51-E3F7-46D7-BD0B-311B8601C06F}" type="presParOf" srcId="{D0F06196-C80B-4ADA-B1CE-BD391756E013}" destId="{6AAADA13-5726-4EE1-848E-C0D381C3DB96}" srcOrd="1" destOrd="0" presId="urn:microsoft.com/office/officeart/2005/8/layout/vList2"/>
    <dgm:cxn modelId="{004CA7D6-FB93-4E15-9A97-8F3EFD621994}" type="presParOf" srcId="{D0F06196-C80B-4ADA-B1CE-BD391756E013}" destId="{C6A51AF3-4D22-44DB-B265-E3E7FF34550E}" srcOrd="2" destOrd="0" presId="urn:microsoft.com/office/officeart/2005/8/layout/vList2"/>
    <dgm:cxn modelId="{30D863B5-EA43-48DD-8EFB-3E9D517E73DB}" type="presParOf" srcId="{D0F06196-C80B-4ADA-B1CE-BD391756E013}" destId="{B84A24A0-37E1-4788-9EE9-1DB076723B16}" srcOrd="3" destOrd="0" presId="urn:microsoft.com/office/officeart/2005/8/layout/vList2"/>
    <dgm:cxn modelId="{43D1236B-03CF-4420-AB1D-E998DC99D29E}" type="presParOf" srcId="{D0F06196-C80B-4ADA-B1CE-BD391756E013}" destId="{BF7AA7C6-550F-4E74-A323-89763C61F63D}" srcOrd="4" destOrd="0" presId="urn:microsoft.com/office/officeart/2005/8/layout/vList2"/>
    <dgm:cxn modelId="{F97CBFA7-9656-4A64-8C32-713087558C6D}" type="presParOf" srcId="{D0F06196-C80B-4ADA-B1CE-BD391756E013}" destId="{BD7C8DA4-5BE9-4983-8ACD-2F785F377B87}" srcOrd="5" destOrd="0" presId="urn:microsoft.com/office/officeart/2005/8/layout/vList2"/>
    <dgm:cxn modelId="{5BC7E400-81A6-4BC7-8FFA-B5F947AF09AD}" type="presParOf" srcId="{D0F06196-C80B-4ADA-B1CE-BD391756E013}" destId="{2EDA13EF-2FD4-4DD5-9D5E-912A478CFD58}" srcOrd="6" destOrd="0" presId="urn:microsoft.com/office/officeart/2005/8/layout/vList2"/>
    <dgm:cxn modelId="{3DA5DCB1-2314-4799-83B3-05657556F990}" type="presParOf" srcId="{D0F06196-C80B-4ADA-B1CE-BD391756E013}" destId="{98CC7048-219E-4573-95FF-D55EB8B30CE7}" srcOrd="7" destOrd="0" presId="urn:microsoft.com/office/officeart/2005/8/layout/vList2"/>
    <dgm:cxn modelId="{3C542E28-9EE1-4E82-A19B-199BEE024D20}" type="presParOf" srcId="{D0F06196-C80B-4ADA-B1CE-BD391756E013}" destId="{824D65C3-2380-46B3-B5AA-44CF1B0A194C}" srcOrd="8" destOrd="0" presId="urn:microsoft.com/office/officeart/2005/8/layout/vList2"/>
    <dgm:cxn modelId="{19EF66F7-AEC2-48D1-A73B-7A68C330B4A3}" type="presParOf" srcId="{D0F06196-C80B-4ADA-B1CE-BD391756E013}" destId="{B4C859BE-E4B3-4047-AF13-0414E027EFCA}" srcOrd="9" destOrd="0" presId="urn:microsoft.com/office/officeart/2005/8/layout/vList2"/>
    <dgm:cxn modelId="{6DF29CDE-7FC0-437B-A342-38FAE0664D99}" type="presParOf" srcId="{D0F06196-C80B-4ADA-B1CE-BD391756E013}" destId="{05A5FEB9-029A-4A26-AA7A-AD5E12BFAAC0}" srcOrd="10" destOrd="0" presId="urn:microsoft.com/office/officeart/2005/8/layout/vList2"/>
    <dgm:cxn modelId="{E37F140B-4A4D-4F77-9172-37082DBA05D7}" type="presParOf" srcId="{D0F06196-C80B-4ADA-B1CE-BD391756E013}" destId="{E044882B-5A7B-4B0A-9B97-C637B8F95971}" srcOrd="11" destOrd="0" presId="urn:microsoft.com/office/officeart/2005/8/layout/vList2"/>
    <dgm:cxn modelId="{DE72B801-93E2-4389-8952-290096BF07D4}" type="presParOf" srcId="{D0F06196-C80B-4ADA-B1CE-BD391756E013}" destId="{E047F5BA-5CEB-4430-BF17-D0658B8E9B3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AA8598-7C88-4D90-8951-EB260E7E87A0}" type="doc">
      <dgm:prSet loTypeId="urn:microsoft.com/office/officeart/2005/8/layout/hierarchy1" loCatId="hierarchy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9482A780-A961-4D91-840C-DE738304E62E}">
      <dgm:prSet phldrT="[Text]" phldr="0"/>
      <dgm:spPr/>
      <dgm:t>
        <a:bodyPr/>
        <a:lstStyle/>
        <a:p>
          <a:r>
            <a:rPr lang="en-US" dirty="0"/>
            <a:t>USER</a:t>
          </a:r>
          <a:endParaRPr lang="en-IN" dirty="0"/>
        </a:p>
      </dgm:t>
    </dgm:pt>
    <dgm:pt modelId="{80214DEA-5FF7-490A-9288-AD376EF02837}" type="parTrans" cxnId="{49EFC788-1935-4F99-B27C-72A732333A6F}">
      <dgm:prSet/>
      <dgm:spPr/>
      <dgm:t>
        <a:bodyPr/>
        <a:lstStyle/>
        <a:p>
          <a:endParaRPr lang="en-IN"/>
        </a:p>
      </dgm:t>
    </dgm:pt>
    <dgm:pt modelId="{1E5DC7D9-4EF9-43C7-AB90-8598152697B1}" type="sibTrans" cxnId="{49EFC788-1935-4F99-B27C-72A732333A6F}">
      <dgm:prSet/>
      <dgm:spPr/>
      <dgm:t>
        <a:bodyPr/>
        <a:lstStyle/>
        <a:p>
          <a:endParaRPr lang="en-IN"/>
        </a:p>
      </dgm:t>
    </dgm:pt>
    <dgm:pt modelId="{33E8CA65-957F-453B-B2A9-35C9D4B568AB}">
      <dgm:prSet phldrT="[Text]" phldr="0"/>
      <dgm:spPr/>
      <dgm:t>
        <a:bodyPr/>
        <a:lstStyle/>
        <a:p>
          <a:r>
            <a:rPr lang="en-US" dirty="0"/>
            <a:t>CUSTOMER</a:t>
          </a:r>
          <a:endParaRPr lang="en-IN" dirty="0"/>
        </a:p>
      </dgm:t>
    </dgm:pt>
    <dgm:pt modelId="{E3AFC441-B74D-4357-8D87-404F183E2B8E}" type="parTrans" cxnId="{D846CCB9-867C-44B8-B741-0A0E6029235F}">
      <dgm:prSet/>
      <dgm:spPr/>
      <dgm:t>
        <a:bodyPr/>
        <a:lstStyle/>
        <a:p>
          <a:endParaRPr lang="en-IN"/>
        </a:p>
      </dgm:t>
    </dgm:pt>
    <dgm:pt modelId="{87188C84-522E-4D4A-8E88-9B9A4402B4D3}" type="sibTrans" cxnId="{D846CCB9-867C-44B8-B741-0A0E6029235F}">
      <dgm:prSet/>
      <dgm:spPr/>
      <dgm:t>
        <a:bodyPr/>
        <a:lstStyle/>
        <a:p>
          <a:endParaRPr lang="en-IN"/>
        </a:p>
      </dgm:t>
    </dgm:pt>
    <dgm:pt modelId="{8F7AFAD1-EB7F-4B16-B5A4-D69719A7C7EB}">
      <dgm:prSet phldrT="[Text]" phldr="0"/>
      <dgm:spPr/>
      <dgm:t>
        <a:bodyPr/>
        <a:lstStyle/>
        <a:p>
          <a:r>
            <a:rPr lang="en-US" dirty="0"/>
            <a:t>BOOKING</a:t>
          </a:r>
          <a:endParaRPr lang="en-IN" dirty="0"/>
        </a:p>
      </dgm:t>
    </dgm:pt>
    <dgm:pt modelId="{57E2A69A-1B87-40EC-A91A-D6E5B4BE22A3}" type="parTrans" cxnId="{865574AA-8B3B-4891-9487-22CD9A5AF54E}">
      <dgm:prSet/>
      <dgm:spPr/>
      <dgm:t>
        <a:bodyPr/>
        <a:lstStyle/>
        <a:p>
          <a:endParaRPr lang="en-IN"/>
        </a:p>
      </dgm:t>
    </dgm:pt>
    <dgm:pt modelId="{1D2A805A-DDB3-461B-93C2-3BA0CD45056C}" type="sibTrans" cxnId="{865574AA-8B3B-4891-9487-22CD9A5AF54E}">
      <dgm:prSet/>
      <dgm:spPr/>
      <dgm:t>
        <a:bodyPr/>
        <a:lstStyle/>
        <a:p>
          <a:endParaRPr lang="en-IN"/>
        </a:p>
      </dgm:t>
    </dgm:pt>
    <dgm:pt modelId="{6F1B778D-5800-4146-BC4D-269447F8A716}">
      <dgm:prSet phldrT="[Text]" phldr="0"/>
      <dgm:spPr/>
      <dgm:t>
        <a:bodyPr/>
        <a:lstStyle/>
        <a:p>
          <a:r>
            <a:rPr lang="en-US" dirty="0"/>
            <a:t>ADMIN</a:t>
          </a:r>
          <a:endParaRPr lang="en-IN" dirty="0"/>
        </a:p>
      </dgm:t>
    </dgm:pt>
    <dgm:pt modelId="{6535C10E-9216-4B75-916E-F999C898C153}" type="parTrans" cxnId="{0D93EE06-F944-492E-932A-2B4435C2956A}">
      <dgm:prSet/>
      <dgm:spPr/>
      <dgm:t>
        <a:bodyPr/>
        <a:lstStyle/>
        <a:p>
          <a:endParaRPr lang="en-IN"/>
        </a:p>
      </dgm:t>
    </dgm:pt>
    <dgm:pt modelId="{417D0A11-3E68-4B90-B01C-416475455B9F}" type="sibTrans" cxnId="{0D93EE06-F944-492E-932A-2B4435C2956A}">
      <dgm:prSet/>
      <dgm:spPr/>
      <dgm:t>
        <a:bodyPr/>
        <a:lstStyle/>
        <a:p>
          <a:endParaRPr lang="en-IN"/>
        </a:p>
      </dgm:t>
    </dgm:pt>
    <dgm:pt modelId="{518DEF67-7B7C-40F1-B537-3020405C2718}">
      <dgm:prSet phldrT="[Text]" phldr="0"/>
      <dgm:spPr/>
      <dgm:t>
        <a:bodyPr/>
        <a:lstStyle/>
        <a:p>
          <a:r>
            <a:rPr lang="en-US" dirty="0"/>
            <a:t>MOVIE</a:t>
          </a:r>
          <a:endParaRPr lang="en-IN" dirty="0"/>
        </a:p>
      </dgm:t>
    </dgm:pt>
    <dgm:pt modelId="{DBC190A5-4605-4EC2-8FE5-947714C20A65}" type="parTrans" cxnId="{D6FA56DE-A176-4A9E-A36E-D75BB43889E0}">
      <dgm:prSet/>
      <dgm:spPr/>
      <dgm:t>
        <a:bodyPr/>
        <a:lstStyle/>
        <a:p>
          <a:endParaRPr lang="en-IN"/>
        </a:p>
      </dgm:t>
    </dgm:pt>
    <dgm:pt modelId="{E80176E0-8921-4F6E-8B12-B94804D4AF17}" type="sibTrans" cxnId="{D6FA56DE-A176-4A9E-A36E-D75BB43889E0}">
      <dgm:prSet/>
      <dgm:spPr/>
      <dgm:t>
        <a:bodyPr/>
        <a:lstStyle/>
        <a:p>
          <a:endParaRPr lang="en-IN"/>
        </a:p>
      </dgm:t>
    </dgm:pt>
    <dgm:pt modelId="{0BC3AE2A-A300-4E18-AFF0-16E6B5B332E4}">
      <dgm:prSet phldrT="[Text]" phldr="0"/>
      <dgm:spPr/>
      <dgm:t>
        <a:bodyPr/>
        <a:lstStyle/>
        <a:p>
          <a:r>
            <a:rPr lang="en-US" dirty="0"/>
            <a:t>MOVIE</a:t>
          </a:r>
          <a:endParaRPr lang="en-IN" dirty="0"/>
        </a:p>
      </dgm:t>
    </dgm:pt>
    <dgm:pt modelId="{DA048AD0-F28E-4D04-A69A-D32670BC96AD}" type="parTrans" cxnId="{B8012A11-CA44-4831-9BCD-E7093FCF1802}">
      <dgm:prSet/>
      <dgm:spPr/>
      <dgm:t>
        <a:bodyPr/>
        <a:lstStyle/>
        <a:p>
          <a:endParaRPr lang="en-IN"/>
        </a:p>
      </dgm:t>
    </dgm:pt>
    <dgm:pt modelId="{6C5253C5-3FF4-42FE-B80B-0CDA82EA9422}" type="sibTrans" cxnId="{B8012A11-CA44-4831-9BCD-E7093FCF1802}">
      <dgm:prSet/>
      <dgm:spPr/>
      <dgm:t>
        <a:bodyPr/>
        <a:lstStyle/>
        <a:p>
          <a:endParaRPr lang="en-IN"/>
        </a:p>
      </dgm:t>
    </dgm:pt>
    <dgm:pt modelId="{4F9D8CC5-8898-44B8-9D09-9A340A057AD5}">
      <dgm:prSet phldrT="[Text]" phldr="0"/>
      <dgm:spPr/>
      <dgm:t>
        <a:bodyPr/>
        <a:lstStyle/>
        <a:p>
          <a:r>
            <a:rPr lang="en-US" dirty="0"/>
            <a:t>SEAT</a:t>
          </a:r>
          <a:endParaRPr lang="en-IN" dirty="0"/>
        </a:p>
      </dgm:t>
    </dgm:pt>
    <dgm:pt modelId="{C3AC77BE-F4C3-4A98-B271-E1A421ECE66A}" type="parTrans" cxnId="{70B5E5E5-20E3-4EC3-BFA6-FFF63EDEF549}">
      <dgm:prSet/>
      <dgm:spPr/>
      <dgm:t>
        <a:bodyPr/>
        <a:lstStyle/>
        <a:p>
          <a:endParaRPr lang="en-IN"/>
        </a:p>
      </dgm:t>
    </dgm:pt>
    <dgm:pt modelId="{4FAA22FF-6468-4AC8-92AA-8E0D2D6253E8}" type="sibTrans" cxnId="{70B5E5E5-20E3-4EC3-BFA6-FFF63EDEF549}">
      <dgm:prSet/>
      <dgm:spPr/>
      <dgm:t>
        <a:bodyPr/>
        <a:lstStyle/>
        <a:p>
          <a:endParaRPr lang="en-IN"/>
        </a:p>
      </dgm:t>
    </dgm:pt>
    <dgm:pt modelId="{72A32E2D-C6F5-4F6C-961B-37254B80583E}">
      <dgm:prSet phldrT="[Text]" phldr="0"/>
      <dgm:spPr/>
      <dgm:t>
        <a:bodyPr/>
        <a:lstStyle/>
        <a:p>
          <a:r>
            <a:rPr lang="en-US" dirty="0"/>
            <a:t>SHOW</a:t>
          </a:r>
          <a:endParaRPr lang="en-IN" dirty="0"/>
        </a:p>
      </dgm:t>
    </dgm:pt>
    <dgm:pt modelId="{B9A04BBF-4A32-4BCF-8133-F7B761F09936}" type="parTrans" cxnId="{733CBEE9-1ED6-4A6E-AEAB-837FC32919A2}">
      <dgm:prSet/>
      <dgm:spPr/>
      <dgm:t>
        <a:bodyPr/>
        <a:lstStyle/>
        <a:p>
          <a:endParaRPr lang="en-IN"/>
        </a:p>
      </dgm:t>
    </dgm:pt>
    <dgm:pt modelId="{A4756A0D-29A1-448A-B4D8-D45DA37B61D4}" type="sibTrans" cxnId="{733CBEE9-1ED6-4A6E-AEAB-837FC32919A2}">
      <dgm:prSet/>
      <dgm:spPr/>
      <dgm:t>
        <a:bodyPr/>
        <a:lstStyle/>
        <a:p>
          <a:endParaRPr lang="en-IN"/>
        </a:p>
      </dgm:t>
    </dgm:pt>
    <dgm:pt modelId="{D02E7316-F6B9-4C9B-93CB-F7E8933708F6}">
      <dgm:prSet phldrT="[Text]" phldr="0"/>
      <dgm:spPr/>
      <dgm:t>
        <a:bodyPr/>
        <a:lstStyle/>
        <a:p>
          <a:r>
            <a:rPr lang="en-US" dirty="0"/>
            <a:t>payment</a:t>
          </a:r>
          <a:endParaRPr lang="en-IN" dirty="0"/>
        </a:p>
      </dgm:t>
    </dgm:pt>
    <dgm:pt modelId="{D37A5C09-D327-4D7F-B200-120D4BBDA576}" type="parTrans" cxnId="{33DEC8D7-7855-47F3-88FA-ABE58F5D643A}">
      <dgm:prSet/>
      <dgm:spPr/>
      <dgm:t>
        <a:bodyPr/>
        <a:lstStyle/>
        <a:p>
          <a:endParaRPr lang="en-IN"/>
        </a:p>
      </dgm:t>
    </dgm:pt>
    <dgm:pt modelId="{67BABEF7-73A6-4C3D-BC9A-BEDD081FDD8E}" type="sibTrans" cxnId="{33DEC8D7-7855-47F3-88FA-ABE58F5D643A}">
      <dgm:prSet/>
      <dgm:spPr/>
      <dgm:t>
        <a:bodyPr/>
        <a:lstStyle/>
        <a:p>
          <a:endParaRPr lang="en-IN"/>
        </a:p>
      </dgm:t>
    </dgm:pt>
    <dgm:pt modelId="{524D3144-B204-4A91-A868-087FA5787312}">
      <dgm:prSet phldrT="[Text]" phldr="0"/>
      <dgm:spPr/>
      <dgm:t>
        <a:bodyPr/>
        <a:lstStyle/>
        <a:p>
          <a:r>
            <a:rPr lang="en-US" dirty="0"/>
            <a:t>payment</a:t>
          </a:r>
          <a:endParaRPr lang="en-IN" dirty="0"/>
        </a:p>
      </dgm:t>
    </dgm:pt>
    <dgm:pt modelId="{3051122F-E316-43D1-B146-CAF1F8FBDE9B}" type="parTrans" cxnId="{1EE10EBC-7F3C-4D67-9BB6-6A742A2660BF}">
      <dgm:prSet/>
      <dgm:spPr/>
      <dgm:t>
        <a:bodyPr/>
        <a:lstStyle/>
        <a:p>
          <a:endParaRPr lang="en-IN"/>
        </a:p>
      </dgm:t>
    </dgm:pt>
    <dgm:pt modelId="{47917193-4AF2-46D7-AAC0-A327EB3DEE0D}" type="sibTrans" cxnId="{1EE10EBC-7F3C-4D67-9BB6-6A742A2660BF}">
      <dgm:prSet/>
      <dgm:spPr/>
      <dgm:t>
        <a:bodyPr/>
        <a:lstStyle/>
        <a:p>
          <a:endParaRPr lang="en-IN"/>
        </a:p>
      </dgm:t>
    </dgm:pt>
    <dgm:pt modelId="{85A6738A-8B53-4011-BA65-FF018B1A4047}">
      <dgm:prSet phldrT="[Text]" phldr="0"/>
      <dgm:spPr/>
      <dgm:t>
        <a:bodyPr/>
        <a:lstStyle/>
        <a:p>
          <a:r>
            <a:rPr lang="en-US" dirty="0"/>
            <a:t>PAYMENT</a:t>
          </a:r>
          <a:endParaRPr lang="en-IN" dirty="0"/>
        </a:p>
      </dgm:t>
    </dgm:pt>
    <dgm:pt modelId="{144F9093-6211-4933-A7C7-7EC7A8E4566F}" type="parTrans" cxnId="{91BDB55A-60DA-4AA9-8A46-EF67328E8A52}">
      <dgm:prSet/>
      <dgm:spPr/>
      <dgm:t>
        <a:bodyPr/>
        <a:lstStyle/>
        <a:p>
          <a:endParaRPr lang="en-IN"/>
        </a:p>
      </dgm:t>
    </dgm:pt>
    <dgm:pt modelId="{08AB01CA-EBA9-4ACA-9BDA-40392DCB0022}" type="sibTrans" cxnId="{91BDB55A-60DA-4AA9-8A46-EF67328E8A52}">
      <dgm:prSet/>
      <dgm:spPr/>
      <dgm:t>
        <a:bodyPr/>
        <a:lstStyle/>
        <a:p>
          <a:endParaRPr lang="en-IN"/>
        </a:p>
      </dgm:t>
    </dgm:pt>
    <dgm:pt modelId="{EA39430F-0AE6-40E3-8335-15DB6D63B698}" type="pres">
      <dgm:prSet presAssocID="{99AA8598-7C88-4D90-8951-EB260E7E87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CF04FF-0497-416A-B506-836E7EEF752D}" type="pres">
      <dgm:prSet presAssocID="{9482A780-A961-4D91-840C-DE738304E62E}" presName="hierRoot1" presStyleCnt="0"/>
      <dgm:spPr/>
    </dgm:pt>
    <dgm:pt modelId="{668F2A25-5306-4943-9579-BB82CB8DCE14}" type="pres">
      <dgm:prSet presAssocID="{9482A780-A961-4D91-840C-DE738304E62E}" presName="composite" presStyleCnt="0"/>
      <dgm:spPr/>
    </dgm:pt>
    <dgm:pt modelId="{40EBDF63-81BA-454C-BE85-6F52A2691709}" type="pres">
      <dgm:prSet presAssocID="{9482A780-A961-4D91-840C-DE738304E62E}" presName="background" presStyleLbl="node0" presStyleIdx="0" presStyleCnt="1"/>
      <dgm:spPr/>
    </dgm:pt>
    <dgm:pt modelId="{4CB9A444-0B47-46CB-9A54-22A443CBF95E}" type="pres">
      <dgm:prSet presAssocID="{9482A780-A961-4D91-840C-DE738304E62E}" presName="text" presStyleLbl="fgAcc0" presStyleIdx="0" presStyleCnt="1">
        <dgm:presLayoutVars>
          <dgm:chPref val="3"/>
        </dgm:presLayoutVars>
      </dgm:prSet>
      <dgm:spPr/>
    </dgm:pt>
    <dgm:pt modelId="{A2A4B7AD-E6E1-4648-8EAE-D19BD1F89A3B}" type="pres">
      <dgm:prSet presAssocID="{9482A780-A961-4D91-840C-DE738304E62E}" presName="hierChild2" presStyleCnt="0"/>
      <dgm:spPr/>
    </dgm:pt>
    <dgm:pt modelId="{D89791E8-BE3D-4365-A717-AB82FA70CE7A}" type="pres">
      <dgm:prSet presAssocID="{E3AFC441-B74D-4357-8D87-404F183E2B8E}" presName="Name10" presStyleLbl="parChTrans1D2" presStyleIdx="0" presStyleCnt="2"/>
      <dgm:spPr/>
    </dgm:pt>
    <dgm:pt modelId="{C8FC98E0-846A-481D-A6EA-3024E25DF861}" type="pres">
      <dgm:prSet presAssocID="{33E8CA65-957F-453B-B2A9-35C9D4B568AB}" presName="hierRoot2" presStyleCnt="0"/>
      <dgm:spPr/>
    </dgm:pt>
    <dgm:pt modelId="{0C5E4E5A-B689-4C37-9250-70AC4EA53A61}" type="pres">
      <dgm:prSet presAssocID="{33E8CA65-957F-453B-B2A9-35C9D4B568AB}" presName="composite2" presStyleCnt="0"/>
      <dgm:spPr/>
    </dgm:pt>
    <dgm:pt modelId="{6041536B-9BAA-4853-A4FC-E1A00F26708D}" type="pres">
      <dgm:prSet presAssocID="{33E8CA65-957F-453B-B2A9-35C9D4B568AB}" presName="background2" presStyleLbl="node2" presStyleIdx="0" presStyleCnt="2"/>
      <dgm:spPr/>
    </dgm:pt>
    <dgm:pt modelId="{E59CA562-EF7B-4D11-A289-8CE09A588533}" type="pres">
      <dgm:prSet presAssocID="{33E8CA65-957F-453B-B2A9-35C9D4B568AB}" presName="text2" presStyleLbl="fgAcc2" presStyleIdx="0" presStyleCnt="2">
        <dgm:presLayoutVars>
          <dgm:chPref val="3"/>
        </dgm:presLayoutVars>
      </dgm:prSet>
      <dgm:spPr/>
    </dgm:pt>
    <dgm:pt modelId="{AD414B8F-159D-4771-8DF2-C284C92C67B1}" type="pres">
      <dgm:prSet presAssocID="{33E8CA65-957F-453B-B2A9-35C9D4B568AB}" presName="hierChild3" presStyleCnt="0"/>
      <dgm:spPr/>
    </dgm:pt>
    <dgm:pt modelId="{FA5CD2CC-093E-4C60-BBC7-848E6E110723}" type="pres">
      <dgm:prSet presAssocID="{57E2A69A-1B87-40EC-A91A-D6E5B4BE22A3}" presName="Name17" presStyleLbl="parChTrans1D3" presStyleIdx="0" presStyleCnt="2"/>
      <dgm:spPr/>
    </dgm:pt>
    <dgm:pt modelId="{3EA08ED5-0AF1-4EBB-B905-CCD75E4620A1}" type="pres">
      <dgm:prSet presAssocID="{8F7AFAD1-EB7F-4B16-B5A4-D69719A7C7EB}" presName="hierRoot3" presStyleCnt="0"/>
      <dgm:spPr/>
    </dgm:pt>
    <dgm:pt modelId="{44D34BA8-649F-4A07-9161-15B0976BB6F0}" type="pres">
      <dgm:prSet presAssocID="{8F7AFAD1-EB7F-4B16-B5A4-D69719A7C7EB}" presName="composite3" presStyleCnt="0"/>
      <dgm:spPr/>
    </dgm:pt>
    <dgm:pt modelId="{4FA27952-81BF-4182-A225-8DC54A97B7D5}" type="pres">
      <dgm:prSet presAssocID="{8F7AFAD1-EB7F-4B16-B5A4-D69719A7C7EB}" presName="background3" presStyleLbl="node3" presStyleIdx="0" presStyleCnt="2"/>
      <dgm:spPr/>
    </dgm:pt>
    <dgm:pt modelId="{6F60243A-A07F-4952-ADAA-FC11BF3C8C71}" type="pres">
      <dgm:prSet presAssocID="{8F7AFAD1-EB7F-4B16-B5A4-D69719A7C7EB}" presName="text3" presStyleLbl="fgAcc3" presStyleIdx="0" presStyleCnt="2">
        <dgm:presLayoutVars>
          <dgm:chPref val="3"/>
        </dgm:presLayoutVars>
      </dgm:prSet>
      <dgm:spPr/>
    </dgm:pt>
    <dgm:pt modelId="{C0F405D6-28ED-4A4A-B8E7-4ECB1D7F02C3}" type="pres">
      <dgm:prSet presAssocID="{8F7AFAD1-EB7F-4B16-B5A4-D69719A7C7EB}" presName="hierChild4" presStyleCnt="0"/>
      <dgm:spPr/>
    </dgm:pt>
    <dgm:pt modelId="{FAE03231-ED7E-40B8-9A72-00443C6A30C5}" type="pres">
      <dgm:prSet presAssocID="{DA048AD0-F28E-4D04-A69A-D32670BC96AD}" presName="Name23" presStyleLbl="parChTrans1D4" presStyleIdx="0" presStyleCnt="6"/>
      <dgm:spPr/>
    </dgm:pt>
    <dgm:pt modelId="{342745B1-22F2-4E52-A955-AC5A021188E7}" type="pres">
      <dgm:prSet presAssocID="{0BC3AE2A-A300-4E18-AFF0-16E6B5B332E4}" presName="hierRoot4" presStyleCnt="0"/>
      <dgm:spPr/>
    </dgm:pt>
    <dgm:pt modelId="{CD0AA53E-E141-45C7-B2F6-AAC7661B29D4}" type="pres">
      <dgm:prSet presAssocID="{0BC3AE2A-A300-4E18-AFF0-16E6B5B332E4}" presName="composite4" presStyleCnt="0"/>
      <dgm:spPr/>
    </dgm:pt>
    <dgm:pt modelId="{218397B7-76EF-489A-A8EC-E2574A76E478}" type="pres">
      <dgm:prSet presAssocID="{0BC3AE2A-A300-4E18-AFF0-16E6B5B332E4}" presName="background4" presStyleLbl="node4" presStyleIdx="0" presStyleCnt="6"/>
      <dgm:spPr/>
    </dgm:pt>
    <dgm:pt modelId="{E365D4F7-61FA-4485-899E-C106AE08EA15}" type="pres">
      <dgm:prSet presAssocID="{0BC3AE2A-A300-4E18-AFF0-16E6B5B332E4}" presName="text4" presStyleLbl="fgAcc4" presStyleIdx="0" presStyleCnt="6" custLinFactNeighborY="1941">
        <dgm:presLayoutVars>
          <dgm:chPref val="3"/>
        </dgm:presLayoutVars>
      </dgm:prSet>
      <dgm:spPr/>
    </dgm:pt>
    <dgm:pt modelId="{1D13C99D-C7F8-4E93-8C2D-219B7ABAEB42}" type="pres">
      <dgm:prSet presAssocID="{0BC3AE2A-A300-4E18-AFF0-16E6B5B332E4}" presName="hierChild5" presStyleCnt="0"/>
      <dgm:spPr/>
    </dgm:pt>
    <dgm:pt modelId="{2C7E10A4-748C-45FD-9DBC-788A4EB36A3D}" type="pres">
      <dgm:prSet presAssocID="{3051122F-E316-43D1-B146-CAF1F8FBDE9B}" presName="Name23" presStyleLbl="parChTrans1D4" presStyleIdx="1" presStyleCnt="6"/>
      <dgm:spPr/>
    </dgm:pt>
    <dgm:pt modelId="{88440570-E2D0-463B-86C3-ABE9546489A4}" type="pres">
      <dgm:prSet presAssocID="{524D3144-B204-4A91-A868-087FA5787312}" presName="hierRoot4" presStyleCnt="0"/>
      <dgm:spPr/>
    </dgm:pt>
    <dgm:pt modelId="{93AB33FD-4FB2-48D2-A6D3-9C7624648D9E}" type="pres">
      <dgm:prSet presAssocID="{524D3144-B204-4A91-A868-087FA5787312}" presName="composite4" presStyleCnt="0"/>
      <dgm:spPr/>
    </dgm:pt>
    <dgm:pt modelId="{95A07CA7-9474-4F9D-9959-FC64B570F374}" type="pres">
      <dgm:prSet presAssocID="{524D3144-B204-4A91-A868-087FA5787312}" presName="background4" presStyleLbl="node4" presStyleIdx="1" presStyleCnt="6"/>
      <dgm:spPr/>
    </dgm:pt>
    <dgm:pt modelId="{AE15589D-6FFC-41E2-91EE-AC68A85C1671}" type="pres">
      <dgm:prSet presAssocID="{524D3144-B204-4A91-A868-087FA5787312}" presName="text4" presStyleLbl="fgAcc4" presStyleIdx="1" presStyleCnt="6" custLinFactX="21659" custLinFactNeighborX="100000" custLinFactNeighborY="3247">
        <dgm:presLayoutVars>
          <dgm:chPref val="3"/>
        </dgm:presLayoutVars>
      </dgm:prSet>
      <dgm:spPr/>
    </dgm:pt>
    <dgm:pt modelId="{DD47EF81-7DE9-4C82-954D-40451F07E7F1}" type="pres">
      <dgm:prSet presAssocID="{524D3144-B204-4A91-A868-087FA5787312}" presName="hierChild5" presStyleCnt="0"/>
      <dgm:spPr/>
    </dgm:pt>
    <dgm:pt modelId="{3A7F21B9-E161-4914-B2FD-7C7489039739}" type="pres">
      <dgm:prSet presAssocID="{C3AC77BE-F4C3-4A98-B271-E1A421ECE66A}" presName="Name23" presStyleLbl="parChTrans1D4" presStyleIdx="2" presStyleCnt="6"/>
      <dgm:spPr/>
    </dgm:pt>
    <dgm:pt modelId="{E3F06763-6845-47A4-AB62-191D4669F8ED}" type="pres">
      <dgm:prSet presAssocID="{4F9D8CC5-8898-44B8-9D09-9A340A057AD5}" presName="hierRoot4" presStyleCnt="0"/>
      <dgm:spPr/>
    </dgm:pt>
    <dgm:pt modelId="{4486B445-04E7-4289-94E3-AC984A5AA5A3}" type="pres">
      <dgm:prSet presAssocID="{4F9D8CC5-8898-44B8-9D09-9A340A057AD5}" presName="composite4" presStyleCnt="0"/>
      <dgm:spPr/>
    </dgm:pt>
    <dgm:pt modelId="{DC9AB15E-D2F9-4FBD-8C7F-8345F7F45E46}" type="pres">
      <dgm:prSet presAssocID="{4F9D8CC5-8898-44B8-9D09-9A340A057AD5}" presName="background4" presStyleLbl="node4" presStyleIdx="2" presStyleCnt="6"/>
      <dgm:spPr/>
    </dgm:pt>
    <dgm:pt modelId="{D4E82CCD-2361-4BD2-BDED-F4F3EE222741}" type="pres">
      <dgm:prSet presAssocID="{4F9D8CC5-8898-44B8-9D09-9A340A057AD5}" presName="text4" presStyleLbl="fgAcc4" presStyleIdx="2" presStyleCnt="6" custLinFactNeighborY="2696">
        <dgm:presLayoutVars>
          <dgm:chPref val="3"/>
        </dgm:presLayoutVars>
      </dgm:prSet>
      <dgm:spPr/>
    </dgm:pt>
    <dgm:pt modelId="{7EAF71F5-587E-438C-BF13-E03BCAAC6390}" type="pres">
      <dgm:prSet presAssocID="{4F9D8CC5-8898-44B8-9D09-9A340A057AD5}" presName="hierChild5" presStyleCnt="0"/>
      <dgm:spPr/>
    </dgm:pt>
    <dgm:pt modelId="{9E9C5D4F-BAC2-4E91-9E75-11A98E5DCE03}" type="pres">
      <dgm:prSet presAssocID="{D37A5C09-D327-4D7F-B200-120D4BBDA576}" presName="Name23" presStyleLbl="parChTrans1D4" presStyleIdx="3" presStyleCnt="6"/>
      <dgm:spPr/>
    </dgm:pt>
    <dgm:pt modelId="{E3FA4550-B899-4FB9-81C2-38321CFC4326}" type="pres">
      <dgm:prSet presAssocID="{D02E7316-F6B9-4C9B-93CB-F7E8933708F6}" presName="hierRoot4" presStyleCnt="0"/>
      <dgm:spPr/>
    </dgm:pt>
    <dgm:pt modelId="{8E8B3155-E278-40FB-8408-336DDF911C25}" type="pres">
      <dgm:prSet presAssocID="{D02E7316-F6B9-4C9B-93CB-F7E8933708F6}" presName="composite4" presStyleCnt="0"/>
      <dgm:spPr/>
    </dgm:pt>
    <dgm:pt modelId="{E7653FCA-0EF8-4E2C-AC31-BCA53A861E8E}" type="pres">
      <dgm:prSet presAssocID="{D02E7316-F6B9-4C9B-93CB-F7E8933708F6}" presName="background4" presStyleLbl="node4" presStyleIdx="3" presStyleCnt="6"/>
      <dgm:spPr/>
    </dgm:pt>
    <dgm:pt modelId="{D4FEF6D1-DB5A-4B9A-A623-856FC01C9AAB}" type="pres">
      <dgm:prSet presAssocID="{D02E7316-F6B9-4C9B-93CB-F7E8933708F6}" presName="text4" presStyleLbl="fgAcc4" presStyleIdx="3" presStyleCnt="6">
        <dgm:presLayoutVars>
          <dgm:chPref val="3"/>
        </dgm:presLayoutVars>
      </dgm:prSet>
      <dgm:spPr/>
    </dgm:pt>
    <dgm:pt modelId="{AB1BCF24-D3FE-461A-8C1C-C0BC58B6B724}" type="pres">
      <dgm:prSet presAssocID="{D02E7316-F6B9-4C9B-93CB-F7E8933708F6}" presName="hierChild5" presStyleCnt="0"/>
      <dgm:spPr/>
    </dgm:pt>
    <dgm:pt modelId="{D2BA88C5-66D0-41F2-B656-DBCC81DCA643}" type="pres">
      <dgm:prSet presAssocID="{6535C10E-9216-4B75-916E-F999C898C153}" presName="Name10" presStyleLbl="parChTrans1D2" presStyleIdx="1" presStyleCnt="2"/>
      <dgm:spPr/>
    </dgm:pt>
    <dgm:pt modelId="{AA1C8A00-C70D-42EE-94F4-13841D5B6D9A}" type="pres">
      <dgm:prSet presAssocID="{6F1B778D-5800-4146-BC4D-269447F8A716}" presName="hierRoot2" presStyleCnt="0"/>
      <dgm:spPr/>
    </dgm:pt>
    <dgm:pt modelId="{AD11F5FB-FD0D-448B-BC3A-BA4F6F9D8189}" type="pres">
      <dgm:prSet presAssocID="{6F1B778D-5800-4146-BC4D-269447F8A716}" presName="composite2" presStyleCnt="0"/>
      <dgm:spPr/>
    </dgm:pt>
    <dgm:pt modelId="{1F804EF4-AC66-4F9B-84BE-98A8C31A9392}" type="pres">
      <dgm:prSet presAssocID="{6F1B778D-5800-4146-BC4D-269447F8A716}" presName="background2" presStyleLbl="node2" presStyleIdx="1" presStyleCnt="2"/>
      <dgm:spPr/>
    </dgm:pt>
    <dgm:pt modelId="{173D4380-E2FF-4C7A-8167-AEACAF0A173A}" type="pres">
      <dgm:prSet presAssocID="{6F1B778D-5800-4146-BC4D-269447F8A716}" presName="text2" presStyleLbl="fgAcc2" presStyleIdx="1" presStyleCnt="2">
        <dgm:presLayoutVars>
          <dgm:chPref val="3"/>
        </dgm:presLayoutVars>
      </dgm:prSet>
      <dgm:spPr/>
    </dgm:pt>
    <dgm:pt modelId="{93A61BBD-F751-491E-86EA-11B0D36017D2}" type="pres">
      <dgm:prSet presAssocID="{6F1B778D-5800-4146-BC4D-269447F8A716}" presName="hierChild3" presStyleCnt="0"/>
      <dgm:spPr/>
    </dgm:pt>
    <dgm:pt modelId="{5FF5497D-096C-4878-89B0-13C8BD84A38C}" type="pres">
      <dgm:prSet presAssocID="{DBC190A5-4605-4EC2-8FE5-947714C20A65}" presName="Name17" presStyleLbl="parChTrans1D3" presStyleIdx="1" presStyleCnt="2"/>
      <dgm:spPr/>
    </dgm:pt>
    <dgm:pt modelId="{41A0D283-7382-42D5-9E87-3703E2179160}" type="pres">
      <dgm:prSet presAssocID="{518DEF67-7B7C-40F1-B537-3020405C2718}" presName="hierRoot3" presStyleCnt="0"/>
      <dgm:spPr/>
    </dgm:pt>
    <dgm:pt modelId="{6D9420B2-15EE-463E-9B19-5720257361C4}" type="pres">
      <dgm:prSet presAssocID="{518DEF67-7B7C-40F1-B537-3020405C2718}" presName="composite3" presStyleCnt="0"/>
      <dgm:spPr/>
    </dgm:pt>
    <dgm:pt modelId="{2A55F286-FA66-4C52-B867-22063AC149C2}" type="pres">
      <dgm:prSet presAssocID="{518DEF67-7B7C-40F1-B537-3020405C2718}" presName="background3" presStyleLbl="node3" presStyleIdx="1" presStyleCnt="2"/>
      <dgm:spPr/>
    </dgm:pt>
    <dgm:pt modelId="{2C3CB25B-FD38-43C5-832B-32DE0EDAA1C5}" type="pres">
      <dgm:prSet presAssocID="{518DEF67-7B7C-40F1-B537-3020405C2718}" presName="text3" presStyleLbl="fgAcc3" presStyleIdx="1" presStyleCnt="2">
        <dgm:presLayoutVars>
          <dgm:chPref val="3"/>
        </dgm:presLayoutVars>
      </dgm:prSet>
      <dgm:spPr/>
    </dgm:pt>
    <dgm:pt modelId="{60B2C88A-E007-4826-B85D-841B40F5A8BD}" type="pres">
      <dgm:prSet presAssocID="{518DEF67-7B7C-40F1-B537-3020405C2718}" presName="hierChild4" presStyleCnt="0"/>
      <dgm:spPr/>
    </dgm:pt>
    <dgm:pt modelId="{A98E3281-FA5B-4211-8F7A-22D818B7F2AB}" type="pres">
      <dgm:prSet presAssocID="{B9A04BBF-4A32-4BCF-8133-F7B761F09936}" presName="Name23" presStyleLbl="parChTrans1D4" presStyleIdx="4" presStyleCnt="6"/>
      <dgm:spPr/>
    </dgm:pt>
    <dgm:pt modelId="{E76D5EA2-3BCD-4387-B59D-67BC41F95412}" type="pres">
      <dgm:prSet presAssocID="{72A32E2D-C6F5-4F6C-961B-37254B80583E}" presName="hierRoot4" presStyleCnt="0"/>
      <dgm:spPr/>
    </dgm:pt>
    <dgm:pt modelId="{77324B43-8688-47E1-B0D2-1DC83F0740C3}" type="pres">
      <dgm:prSet presAssocID="{72A32E2D-C6F5-4F6C-961B-37254B80583E}" presName="composite4" presStyleCnt="0"/>
      <dgm:spPr/>
    </dgm:pt>
    <dgm:pt modelId="{E455BFD2-A8CC-4D9C-876D-35EF42A8E1CB}" type="pres">
      <dgm:prSet presAssocID="{72A32E2D-C6F5-4F6C-961B-37254B80583E}" presName="background4" presStyleLbl="node4" presStyleIdx="4" presStyleCnt="6"/>
      <dgm:spPr/>
    </dgm:pt>
    <dgm:pt modelId="{2E232102-4219-431C-93CC-97956E701667}" type="pres">
      <dgm:prSet presAssocID="{72A32E2D-C6F5-4F6C-961B-37254B80583E}" presName="text4" presStyleLbl="fgAcc4" presStyleIdx="4" presStyleCnt="6">
        <dgm:presLayoutVars>
          <dgm:chPref val="3"/>
        </dgm:presLayoutVars>
      </dgm:prSet>
      <dgm:spPr/>
    </dgm:pt>
    <dgm:pt modelId="{04DC4EE0-68E9-40F3-9E1D-11AB3E302DEE}" type="pres">
      <dgm:prSet presAssocID="{72A32E2D-C6F5-4F6C-961B-37254B80583E}" presName="hierChild5" presStyleCnt="0"/>
      <dgm:spPr/>
    </dgm:pt>
    <dgm:pt modelId="{9A6CD855-B9D1-4B34-B109-4369ADA9EBF2}" type="pres">
      <dgm:prSet presAssocID="{144F9093-6211-4933-A7C7-7EC7A8E4566F}" presName="Name23" presStyleLbl="parChTrans1D4" presStyleIdx="5" presStyleCnt="6"/>
      <dgm:spPr/>
    </dgm:pt>
    <dgm:pt modelId="{1616D05B-F248-49C3-AB2C-EB9AA0E560AB}" type="pres">
      <dgm:prSet presAssocID="{85A6738A-8B53-4011-BA65-FF018B1A4047}" presName="hierRoot4" presStyleCnt="0"/>
      <dgm:spPr/>
    </dgm:pt>
    <dgm:pt modelId="{F0148AD0-BEF5-46F3-A496-1072A6EC85BD}" type="pres">
      <dgm:prSet presAssocID="{85A6738A-8B53-4011-BA65-FF018B1A4047}" presName="composite4" presStyleCnt="0"/>
      <dgm:spPr/>
    </dgm:pt>
    <dgm:pt modelId="{9FEC3B6F-9159-4FC8-85F1-58BA5DB6F5EA}" type="pres">
      <dgm:prSet presAssocID="{85A6738A-8B53-4011-BA65-FF018B1A4047}" presName="background4" presStyleLbl="node4" presStyleIdx="5" presStyleCnt="6"/>
      <dgm:spPr/>
    </dgm:pt>
    <dgm:pt modelId="{39083316-F8C6-4D48-831F-7D92D4AB69E0}" type="pres">
      <dgm:prSet presAssocID="{85A6738A-8B53-4011-BA65-FF018B1A4047}" presName="text4" presStyleLbl="fgAcc4" presStyleIdx="5" presStyleCnt="6" custLinFactX="-19597" custLinFactNeighborX="-100000" custLinFactNeighborY="1624">
        <dgm:presLayoutVars>
          <dgm:chPref val="3"/>
        </dgm:presLayoutVars>
      </dgm:prSet>
      <dgm:spPr/>
    </dgm:pt>
    <dgm:pt modelId="{510B8AD2-580B-4C16-BD7F-1513644A1E8A}" type="pres">
      <dgm:prSet presAssocID="{85A6738A-8B53-4011-BA65-FF018B1A4047}" presName="hierChild5" presStyleCnt="0"/>
      <dgm:spPr/>
    </dgm:pt>
  </dgm:ptLst>
  <dgm:cxnLst>
    <dgm:cxn modelId="{5AE2F901-215D-4B9D-8968-2F53DE7D9C5B}" type="presOf" srcId="{518DEF67-7B7C-40F1-B537-3020405C2718}" destId="{2C3CB25B-FD38-43C5-832B-32DE0EDAA1C5}" srcOrd="0" destOrd="0" presId="urn:microsoft.com/office/officeart/2005/8/layout/hierarchy1"/>
    <dgm:cxn modelId="{A88ECD06-2F3F-46AA-AF11-682E4DCF7EEF}" type="presOf" srcId="{72A32E2D-C6F5-4F6C-961B-37254B80583E}" destId="{2E232102-4219-431C-93CC-97956E701667}" srcOrd="0" destOrd="0" presId="urn:microsoft.com/office/officeart/2005/8/layout/hierarchy1"/>
    <dgm:cxn modelId="{0D93EE06-F944-492E-932A-2B4435C2956A}" srcId="{9482A780-A961-4D91-840C-DE738304E62E}" destId="{6F1B778D-5800-4146-BC4D-269447F8A716}" srcOrd="1" destOrd="0" parTransId="{6535C10E-9216-4B75-916E-F999C898C153}" sibTransId="{417D0A11-3E68-4B90-B01C-416475455B9F}"/>
    <dgm:cxn modelId="{5C37A509-7B4A-4658-9FD7-4DEB50E93D20}" type="presOf" srcId="{57E2A69A-1B87-40EC-A91A-D6E5B4BE22A3}" destId="{FA5CD2CC-093E-4C60-BBC7-848E6E110723}" srcOrd="0" destOrd="0" presId="urn:microsoft.com/office/officeart/2005/8/layout/hierarchy1"/>
    <dgm:cxn modelId="{DAD9B60E-13E2-4E05-AC42-24F23FF71107}" type="presOf" srcId="{B9A04BBF-4A32-4BCF-8133-F7B761F09936}" destId="{A98E3281-FA5B-4211-8F7A-22D818B7F2AB}" srcOrd="0" destOrd="0" presId="urn:microsoft.com/office/officeart/2005/8/layout/hierarchy1"/>
    <dgm:cxn modelId="{B8012A11-CA44-4831-9BCD-E7093FCF1802}" srcId="{8F7AFAD1-EB7F-4B16-B5A4-D69719A7C7EB}" destId="{0BC3AE2A-A300-4E18-AFF0-16E6B5B332E4}" srcOrd="0" destOrd="0" parTransId="{DA048AD0-F28E-4D04-A69A-D32670BC96AD}" sibTransId="{6C5253C5-3FF4-42FE-B80B-0CDA82EA9422}"/>
    <dgm:cxn modelId="{7F8F5916-BBD7-419E-8E64-2461A8815580}" type="presOf" srcId="{0BC3AE2A-A300-4E18-AFF0-16E6B5B332E4}" destId="{E365D4F7-61FA-4485-899E-C106AE08EA15}" srcOrd="0" destOrd="0" presId="urn:microsoft.com/office/officeart/2005/8/layout/hierarchy1"/>
    <dgm:cxn modelId="{F09B2E27-72BD-45E5-BAF6-9D884CA73105}" type="presOf" srcId="{D02E7316-F6B9-4C9B-93CB-F7E8933708F6}" destId="{D4FEF6D1-DB5A-4B9A-A623-856FC01C9AAB}" srcOrd="0" destOrd="0" presId="urn:microsoft.com/office/officeart/2005/8/layout/hierarchy1"/>
    <dgm:cxn modelId="{AFDBFF2B-B96C-44B2-8417-1CAAE4612008}" type="presOf" srcId="{3051122F-E316-43D1-B146-CAF1F8FBDE9B}" destId="{2C7E10A4-748C-45FD-9DBC-788A4EB36A3D}" srcOrd="0" destOrd="0" presId="urn:microsoft.com/office/officeart/2005/8/layout/hierarchy1"/>
    <dgm:cxn modelId="{9815B037-CE29-466E-AF05-DBC1118D1F31}" type="presOf" srcId="{524D3144-B204-4A91-A868-087FA5787312}" destId="{AE15589D-6FFC-41E2-91EE-AC68A85C1671}" srcOrd="0" destOrd="0" presId="urn:microsoft.com/office/officeart/2005/8/layout/hierarchy1"/>
    <dgm:cxn modelId="{4219443F-3642-4EFC-BB29-6E9B3B877F44}" type="presOf" srcId="{E3AFC441-B74D-4357-8D87-404F183E2B8E}" destId="{D89791E8-BE3D-4365-A717-AB82FA70CE7A}" srcOrd="0" destOrd="0" presId="urn:microsoft.com/office/officeart/2005/8/layout/hierarchy1"/>
    <dgm:cxn modelId="{8FBA955D-FFA8-497B-9586-BCB6898BE35A}" type="presOf" srcId="{99AA8598-7C88-4D90-8951-EB260E7E87A0}" destId="{EA39430F-0AE6-40E3-8335-15DB6D63B698}" srcOrd="0" destOrd="0" presId="urn:microsoft.com/office/officeart/2005/8/layout/hierarchy1"/>
    <dgm:cxn modelId="{53D0C569-0C4B-4C05-A4E0-3820FE47948D}" type="presOf" srcId="{9482A780-A961-4D91-840C-DE738304E62E}" destId="{4CB9A444-0B47-46CB-9A54-22A443CBF95E}" srcOrd="0" destOrd="0" presId="urn:microsoft.com/office/officeart/2005/8/layout/hierarchy1"/>
    <dgm:cxn modelId="{0AC9806A-80E1-417A-AB16-845FA6B12905}" type="presOf" srcId="{6535C10E-9216-4B75-916E-F999C898C153}" destId="{D2BA88C5-66D0-41F2-B656-DBCC81DCA643}" srcOrd="0" destOrd="0" presId="urn:microsoft.com/office/officeart/2005/8/layout/hierarchy1"/>
    <dgm:cxn modelId="{AA338453-3C0A-4CC4-BE78-62F0FFEFF87D}" type="presOf" srcId="{DA048AD0-F28E-4D04-A69A-D32670BC96AD}" destId="{FAE03231-ED7E-40B8-9A72-00443C6A30C5}" srcOrd="0" destOrd="0" presId="urn:microsoft.com/office/officeart/2005/8/layout/hierarchy1"/>
    <dgm:cxn modelId="{E5D1A353-F797-434D-95E2-5A87C7FDB5CA}" type="presOf" srcId="{85A6738A-8B53-4011-BA65-FF018B1A4047}" destId="{39083316-F8C6-4D48-831F-7D92D4AB69E0}" srcOrd="0" destOrd="0" presId="urn:microsoft.com/office/officeart/2005/8/layout/hierarchy1"/>
    <dgm:cxn modelId="{91BDB55A-60DA-4AA9-8A46-EF67328E8A52}" srcId="{72A32E2D-C6F5-4F6C-961B-37254B80583E}" destId="{85A6738A-8B53-4011-BA65-FF018B1A4047}" srcOrd="0" destOrd="0" parTransId="{144F9093-6211-4933-A7C7-7EC7A8E4566F}" sibTransId="{08AB01CA-EBA9-4ACA-9BDA-40392DCB0022}"/>
    <dgm:cxn modelId="{49EFC788-1935-4F99-B27C-72A732333A6F}" srcId="{99AA8598-7C88-4D90-8951-EB260E7E87A0}" destId="{9482A780-A961-4D91-840C-DE738304E62E}" srcOrd="0" destOrd="0" parTransId="{80214DEA-5FF7-490A-9288-AD376EF02837}" sibTransId="{1E5DC7D9-4EF9-43C7-AB90-8598152697B1}"/>
    <dgm:cxn modelId="{79938C8A-CD4E-4421-8884-701ECD8D02A3}" type="presOf" srcId="{33E8CA65-957F-453B-B2A9-35C9D4B568AB}" destId="{E59CA562-EF7B-4D11-A289-8CE09A588533}" srcOrd="0" destOrd="0" presId="urn:microsoft.com/office/officeart/2005/8/layout/hierarchy1"/>
    <dgm:cxn modelId="{CA5E49A9-4DB8-44AC-A0EE-02CB27B278CD}" type="presOf" srcId="{D37A5C09-D327-4D7F-B200-120D4BBDA576}" destId="{9E9C5D4F-BAC2-4E91-9E75-11A98E5DCE03}" srcOrd="0" destOrd="0" presId="urn:microsoft.com/office/officeart/2005/8/layout/hierarchy1"/>
    <dgm:cxn modelId="{81D3B4A9-5E2B-4277-AECD-839CC9E05916}" type="presOf" srcId="{C3AC77BE-F4C3-4A98-B271-E1A421ECE66A}" destId="{3A7F21B9-E161-4914-B2FD-7C7489039739}" srcOrd="0" destOrd="0" presId="urn:microsoft.com/office/officeart/2005/8/layout/hierarchy1"/>
    <dgm:cxn modelId="{865574AA-8B3B-4891-9487-22CD9A5AF54E}" srcId="{33E8CA65-957F-453B-B2A9-35C9D4B568AB}" destId="{8F7AFAD1-EB7F-4B16-B5A4-D69719A7C7EB}" srcOrd="0" destOrd="0" parTransId="{57E2A69A-1B87-40EC-A91A-D6E5B4BE22A3}" sibTransId="{1D2A805A-DDB3-461B-93C2-3BA0CD45056C}"/>
    <dgm:cxn modelId="{897F48B8-83C7-4503-91BB-A143C663DB76}" type="presOf" srcId="{DBC190A5-4605-4EC2-8FE5-947714C20A65}" destId="{5FF5497D-096C-4878-89B0-13C8BD84A38C}" srcOrd="0" destOrd="0" presId="urn:microsoft.com/office/officeart/2005/8/layout/hierarchy1"/>
    <dgm:cxn modelId="{D846CCB9-867C-44B8-B741-0A0E6029235F}" srcId="{9482A780-A961-4D91-840C-DE738304E62E}" destId="{33E8CA65-957F-453B-B2A9-35C9D4B568AB}" srcOrd="0" destOrd="0" parTransId="{E3AFC441-B74D-4357-8D87-404F183E2B8E}" sibTransId="{87188C84-522E-4D4A-8E88-9B9A4402B4D3}"/>
    <dgm:cxn modelId="{1EE10EBC-7F3C-4D67-9BB6-6A742A2660BF}" srcId="{0BC3AE2A-A300-4E18-AFF0-16E6B5B332E4}" destId="{524D3144-B204-4A91-A868-087FA5787312}" srcOrd="0" destOrd="0" parTransId="{3051122F-E316-43D1-B146-CAF1F8FBDE9B}" sibTransId="{47917193-4AF2-46D7-AAC0-A327EB3DEE0D}"/>
    <dgm:cxn modelId="{33DEC8D7-7855-47F3-88FA-ABE58F5D643A}" srcId="{4F9D8CC5-8898-44B8-9D09-9A340A057AD5}" destId="{D02E7316-F6B9-4C9B-93CB-F7E8933708F6}" srcOrd="0" destOrd="0" parTransId="{D37A5C09-D327-4D7F-B200-120D4BBDA576}" sibTransId="{67BABEF7-73A6-4C3D-BC9A-BEDD081FDD8E}"/>
    <dgm:cxn modelId="{D6FA56DE-A176-4A9E-A36E-D75BB43889E0}" srcId="{6F1B778D-5800-4146-BC4D-269447F8A716}" destId="{518DEF67-7B7C-40F1-B537-3020405C2718}" srcOrd="0" destOrd="0" parTransId="{DBC190A5-4605-4EC2-8FE5-947714C20A65}" sibTransId="{E80176E0-8921-4F6E-8B12-B94804D4AF17}"/>
    <dgm:cxn modelId="{02090BDF-CDAF-43E8-86B1-25F69CFDEEF3}" type="presOf" srcId="{4F9D8CC5-8898-44B8-9D09-9A340A057AD5}" destId="{D4E82CCD-2361-4BD2-BDED-F4F3EE222741}" srcOrd="0" destOrd="0" presId="urn:microsoft.com/office/officeart/2005/8/layout/hierarchy1"/>
    <dgm:cxn modelId="{47C71BE3-89B3-4CD8-8181-47A6C16975B2}" type="presOf" srcId="{144F9093-6211-4933-A7C7-7EC7A8E4566F}" destId="{9A6CD855-B9D1-4B34-B109-4369ADA9EBF2}" srcOrd="0" destOrd="0" presId="urn:microsoft.com/office/officeart/2005/8/layout/hierarchy1"/>
    <dgm:cxn modelId="{70B5E5E5-20E3-4EC3-BFA6-FFF63EDEF549}" srcId="{8F7AFAD1-EB7F-4B16-B5A4-D69719A7C7EB}" destId="{4F9D8CC5-8898-44B8-9D09-9A340A057AD5}" srcOrd="1" destOrd="0" parTransId="{C3AC77BE-F4C3-4A98-B271-E1A421ECE66A}" sibTransId="{4FAA22FF-6468-4AC8-92AA-8E0D2D6253E8}"/>
    <dgm:cxn modelId="{EB8B2AE9-ADA8-463A-B372-7DA93EDD807B}" type="presOf" srcId="{6F1B778D-5800-4146-BC4D-269447F8A716}" destId="{173D4380-E2FF-4C7A-8167-AEACAF0A173A}" srcOrd="0" destOrd="0" presId="urn:microsoft.com/office/officeart/2005/8/layout/hierarchy1"/>
    <dgm:cxn modelId="{733CBEE9-1ED6-4A6E-AEAB-837FC32919A2}" srcId="{518DEF67-7B7C-40F1-B537-3020405C2718}" destId="{72A32E2D-C6F5-4F6C-961B-37254B80583E}" srcOrd="0" destOrd="0" parTransId="{B9A04BBF-4A32-4BCF-8133-F7B761F09936}" sibTransId="{A4756A0D-29A1-448A-B4D8-D45DA37B61D4}"/>
    <dgm:cxn modelId="{3A7B58F5-A84E-461D-AE4E-C3801A2743AF}" type="presOf" srcId="{8F7AFAD1-EB7F-4B16-B5A4-D69719A7C7EB}" destId="{6F60243A-A07F-4952-ADAA-FC11BF3C8C71}" srcOrd="0" destOrd="0" presId="urn:microsoft.com/office/officeart/2005/8/layout/hierarchy1"/>
    <dgm:cxn modelId="{EE86EC32-0FAA-48F7-902C-CA005D40E37F}" type="presParOf" srcId="{EA39430F-0AE6-40E3-8335-15DB6D63B698}" destId="{97CF04FF-0497-416A-B506-836E7EEF752D}" srcOrd="0" destOrd="0" presId="urn:microsoft.com/office/officeart/2005/8/layout/hierarchy1"/>
    <dgm:cxn modelId="{A34976EF-3284-495E-AE85-D40AC38336E8}" type="presParOf" srcId="{97CF04FF-0497-416A-B506-836E7EEF752D}" destId="{668F2A25-5306-4943-9579-BB82CB8DCE14}" srcOrd="0" destOrd="0" presId="urn:microsoft.com/office/officeart/2005/8/layout/hierarchy1"/>
    <dgm:cxn modelId="{AE29143C-3A65-4B43-87FB-BF681E71A09D}" type="presParOf" srcId="{668F2A25-5306-4943-9579-BB82CB8DCE14}" destId="{40EBDF63-81BA-454C-BE85-6F52A2691709}" srcOrd="0" destOrd="0" presId="urn:microsoft.com/office/officeart/2005/8/layout/hierarchy1"/>
    <dgm:cxn modelId="{0B01BFC7-9582-4D98-8676-6F94EE47CF3C}" type="presParOf" srcId="{668F2A25-5306-4943-9579-BB82CB8DCE14}" destId="{4CB9A444-0B47-46CB-9A54-22A443CBF95E}" srcOrd="1" destOrd="0" presId="urn:microsoft.com/office/officeart/2005/8/layout/hierarchy1"/>
    <dgm:cxn modelId="{CC6A6FDC-77B5-40BA-A442-36FD178FA160}" type="presParOf" srcId="{97CF04FF-0497-416A-B506-836E7EEF752D}" destId="{A2A4B7AD-E6E1-4648-8EAE-D19BD1F89A3B}" srcOrd="1" destOrd="0" presId="urn:microsoft.com/office/officeart/2005/8/layout/hierarchy1"/>
    <dgm:cxn modelId="{2A7AB84D-02D8-4E0E-B0A9-7BC20CC95432}" type="presParOf" srcId="{A2A4B7AD-E6E1-4648-8EAE-D19BD1F89A3B}" destId="{D89791E8-BE3D-4365-A717-AB82FA70CE7A}" srcOrd="0" destOrd="0" presId="urn:microsoft.com/office/officeart/2005/8/layout/hierarchy1"/>
    <dgm:cxn modelId="{6E70EB02-DDF9-4B11-AEB0-1B25BF67919F}" type="presParOf" srcId="{A2A4B7AD-E6E1-4648-8EAE-D19BD1F89A3B}" destId="{C8FC98E0-846A-481D-A6EA-3024E25DF861}" srcOrd="1" destOrd="0" presId="urn:microsoft.com/office/officeart/2005/8/layout/hierarchy1"/>
    <dgm:cxn modelId="{D7686FED-D132-4E6F-932B-51FDCF6D231B}" type="presParOf" srcId="{C8FC98E0-846A-481D-A6EA-3024E25DF861}" destId="{0C5E4E5A-B689-4C37-9250-70AC4EA53A61}" srcOrd="0" destOrd="0" presId="urn:microsoft.com/office/officeart/2005/8/layout/hierarchy1"/>
    <dgm:cxn modelId="{57FAD0D9-64A2-47EA-B731-1ED18D3C0323}" type="presParOf" srcId="{0C5E4E5A-B689-4C37-9250-70AC4EA53A61}" destId="{6041536B-9BAA-4853-A4FC-E1A00F26708D}" srcOrd="0" destOrd="0" presId="urn:microsoft.com/office/officeart/2005/8/layout/hierarchy1"/>
    <dgm:cxn modelId="{6844BDCC-833A-4323-98C5-A968BB172E63}" type="presParOf" srcId="{0C5E4E5A-B689-4C37-9250-70AC4EA53A61}" destId="{E59CA562-EF7B-4D11-A289-8CE09A588533}" srcOrd="1" destOrd="0" presId="urn:microsoft.com/office/officeart/2005/8/layout/hierarchy1"/>
    <dgm:cxn modelId="{767D4FF1-07C0-41E8-9943-37D360B95B79}" type="presParOf" srcId="{C8FC98E0-846A-481D-A6EA-3024E25DF861}" destId="{AD414B8F-159D-4771-8DF2-C284C92C67B1}" srcOrd="1" destOrd="0" presId="urn:microsoft.com/office/officeart/2005/8/layout/hierarchy1"/>
    <dgm:cxn modelId="{8E816850-D5FC-49BB-B44F-4CE22C83050C}" type="presParOf" srcId="{AD414B8F-159D-4771-8DF2-C284C92C67B1}" destId="{FA5CD2CC-093E-4C60-BBC7-848E6E110723}" srcOrd="0" destOrd="0" presId="urn:microsoft.com/office/officeart/2005/8/layout/hierarchy1"/>
    <dgm:cxn modelId="{23C93728-6BF7-49C8-9A92-A4252AE23BE9}" type="presParOf" srcId="{AD414B8F-159D-4771-8DF2-C284C92C67B1}" destId="{3EA08ED5-0AF1-4EBB-B905-CCD75E4620A1}" srcOrd="1" destOrd="0" presId="urn:microsoft.com/office/officeart/2005/8/layout/hierarchy1"/>
    <dgm:cxn modelId="{E1B5C3B5-AE2A-484D-92BD-AE2D4785A02F}" type="presParOf" srcId="{3EA08ED5-0AF1-4EBB-B905-CCD75E4620A1}" destId="{44D34BA8-649F-4A07-9161-15B0976BB6F0}" srcOrd="0" destOrd="0" presId="urn:microsoft.com/office/officeart/2005/8/layout/hierarchy1"/>
    <dgm:cxn modelId="{E98D445D-844F-487D-896D-63F17602A35B}" type="presParOf" srcId="{44D34BA8-649F-4A07-9161-15B0976BB6F0}" destId="{4FA27952-81BF-4182-A225-8DC54A97B7D5}" srcOrd="0" destOrd="0" presId="urn:microsoft.com/office/officeart/2005/8/layout/hierarchy1"/>
    <dgm:cxn modelId="{B7801FAE-A805-4207-AB08-6F55D253A7C3}" type="presParOf" srcId="{44D34BA8-649F-4A07-9161-15B0976BB6F0}" destId="{6F60243A-A07F-4952-ADAA-FC11BF3C8C71}" srcOrd="1" destOrd="0" presId="urn:microsoft.com/office/officeart/2005/8/layout/hierarchy1"/>
    <dgm:cxn modelId="{9194F996-8C00-4BF5-AA45-73EC5CB3F975}" type="presParOf" srcId="{3EA08ED5-0AF1-4EBB-B905-CCD75E4620A1}" destId="{C0F405D6-28ED-4A4A-B8E7-4ECB1D7F02C3}" srcOrd="1" destOrd="0" presId="urn:microsoft.com/office/officeart/2005/8/layout/hierarchy1"/>
    <dgm:cxn modelId="{712A1360-3C73-4A09-8F08-130A7A037F09}" type="presParOf" srcId="{C0F405D6-28ED-4A4A-B8E7-4ECB1D7F02C3}" destId="{FAE03231-ED7E-40B8-9A72-00443C6A30C5}" srcOrd="0" destOrd="0" presId="urn:microsoft.com/office/officeart/2005/8/layout/hierarchy1"/>
    <dgm:cxn modelId="{9857580F-02E2-4EBD-9D76-223B1F28AC62}" type="presParOf" srcId="{C0F405D6-28ED-4A4A-B8E7-4ECB1D7F02C3}" destId="{342745B1-22F2-4E52-A955-AC5A021188E7}" srcOrd="1" destOrd="0" presId="urn:microsoft.com/office/officeart/2005/8/layout/hierarchy1"/>
    <dgm:cxn modelId="{D00D5C3A-AD24-41BF-82DC-4C3954B81125}" type="presParOf" srcId="{342745B1-22F2-4E52-A955-AC5A021188E7}" destId="{CD0AA53E-E141-45C7-B2F6-AAC7661B29D4}" srcOrd="0" destOrd="0" presId="urn:microsoft.com/office/officeart/2005/8/layout/hierarchy1"/>
    <dgm:cxn modelId="{0828B3A6-EB22-4638-9013-C7D30C1CB965}" type="presParOf" srcId="{CD0AA53E-E141-45C7-B2F6-AAC7661B29D4}" destId="{218397B7-76EF-489A-A8EC-E2574A76E478}" srcOrd="0" destOrd="0" presId="urn:microsoft.com/office/officeart/2005/8/layout/hierarchy1"/>
    <dgm:cxn modelId="{F84E6A53-C603-4347-AF09-690CA39F80F9}" type="presParOf" srcId="{CD0AA53E-E141-45C7-B2F6-AAC7661B29D4}" destId="{E365D4F7-61FA-4485-899E-C106AE08EA15}" srcOrd="1" destOrd="0" presId="urn:microsoft.com/office/officeart/2005/8/layout/hierarchy1"/>
    <dgm:cxn modelId="{C085594B-CAFE-4246-A5DE-18253DD18C37}" type="presParOf" srcId="{342745B1-22F2-4E52-A955-AC5A021188E7}" destId="{1D13C99D-C7F8-4E93-8C2D-219B7ABAEB42}" srcOrd="1" destOrd="0" presId="urn:microsoft.com/office/officeart/2005/8/layout/hierarchy1"/>
    <dgm:cxn modelId="{AB5B6318-9AA4-436A-B78B-B1B6E1D8719D}" type="presParOf" srcId="{1D13C99D-C7F8-4E93-8C2D-219B7ABAEB42}" destId="{2C7E10A4-748C-45FD-9DBC-788A4EB36A3D}" srcOrd="0" destOrd="0" presId="urn:microsoft.com/office/officeart/2005/8/layout/hierarchy1"/>
    <dgm:cxn modelId="{EAB45123-DDF5-4E23-AB47-1882F5E9E658}" type="presParOf" srcId="{1D13C99D-C7F8-4E93-8C2D-219B7ABAEB42}" destId="{88440570-E2D0-463B-86C3-ABE9546489A4}" srcOrd="1" destOrd="0" presId="urn:microsoft.com/office/officeart/2005/8/layout/hierarchy1"/>
    <dgm:cxn modelId="{BC9CE27F-E79E-4A6A-9922-764A3E82B2B4}" type="presParOf" srcId="{88440570-E2D0-463B-86C3-ABE9546489A4}" destId="{93AB33FD-4FB2-48D2-A6D3-9C7624648D9E}" srcOrd="0" destOrd="0" presId="urn:microsoft.com/office/officeart/2005/8/layout/hierarchy1"/>
    <dgm:cxn modelId="{D0110E58-0AE6-42AA-AE66-633154BCA4A2}" type="presParOf" srcId="{93AB33FD-4FB2-48D2-A6D3-9C7624648D9E}" destId="{95A07CA7-9474-4F9D-9959-FC64B570F374}" srcOrd="0" destOrd="0" presId="urn:microsoft.com/office/officeart/2005/8/layout/hierarchy1"/>
    <dgm:cxn modelId="{761B3554-3233-4061-B49D-648979BD68C9}" type="presParOf" srcId="{93AB33FD-4FB2-48D2-A6D3-9C7624648D9E}" destId="{AE15589D-6FFC-41E2-91EE-AC68A85C1671}" srcOrd="1" destOrd="0" presId="urn:microsoft.com/office/officeart/2005/8/layout/hierarchy1"/>
    <dgm:cxn modelId="{225D82A3-66FE-4D88-A365-22C282DD80FB}" type="presParOf" srcId="{88440570-E2D0-463B-86C3-ABE9546489A4}" destId="{DD47EF81-7DE9-4C82-954D-40451F07E7F1}" srcOrd="1" destOrd="0" presId="urn:microsoft.com/office/officeart/2005/8/layout/hierarchy1"/>
    <dgm:cxn modelId="{97B4EBD1-D483-4E61-9D67-44820849D946}" type="presParOf" srcId="{C0F405D6-28ED-4A4A-B8E7-4ECB1D7F02C3}" destId="{3A7F21B9-E161-4914-B2FD-7C7489039739}" srcOrd="2" destOrd="0" presId="urn:microsoft.com/office/officeart/2005/8/layout/hierarchy1"/>
    <dgm:cxn modelId="{F861B453-4B48-46B2-9EE0-1E2DB22DC2D4}" type="presParOf" srcId="{C0F405D6-28ED-4A4A-B8E7-4ECB1D7F02C3}" destId="{E3F06763-6845-47A4-AB62-191D4669F8ED}" srcOrd="3" destOrd="0" presId="urn:microsoft.com/office/officeart/2005/8/layout/hierarchy1"/>
    <dgm:cxn modelId="{B4383911-AC4F-4491-BA1A-7FAC8CCC771A}" type="presParOf" srcId="{E3F06763-6845-47A4-AB62-191D4669F8ED}" destId="{4486B445-04E7-4289-94E3-AC984A5AA5A3}" srcOrd="0" destOrd="0" presId="urn:microsoft.com/office/officeart/2005/8/layout/hierarchy1"/>
    <dgm:cxn modelId="{B1722983-E786-42BF-81B2-8A72CA6CC383}" type="presParOf" srcId="{4486B445-04E7-4289-94E3-AC984A5AA5A3}" destId="{DC9AB15E-D2F9-4FBD-8C7F-8345F7F45E46}" srcOrd="0" destOrd="0" presId="urn:microsoft.com/office/officeart/2005/8/layout/hierarchy1"/>
    <dgm:cxn modelId="{2AC88100-01D2-447E-9A7E-33FF8F9F6499}" type="presParOf" srcId="{4486B445-04E7-4289-94E3-AC984A5AA5A3}" destId="{D4E82CCD-2361-4BD2-BDED-F4F3EE222741}" srcOrd="1" destOrd="0" presId="urn:microsoft.com/office/officeart/2005/8/layout/hierarchy1"/>
    <dgm:cxn modelId="{F57E2A79-5B16-4EDF-8887-707ABB739D85}" type="presParOf" srcId="{E3F06763-6845-47A4-AB62-191D4669F8ED}" destId="{7EAF71F5-587E-438C-BF13-E03BCAAC6390}" srcOrd="1" destOrd="0" presId="urn:microsoft.com/office/officeart/2005/8/layout/hierarchy1"/>
    <dgm:cxn modelId="{8571F855-88C3-4797-B004-2CE883B84B4D}" type="presParOf" srcId="{7EAF71F5-587E-438C-BF13-E03BCAAC6390}" destId="{9E9C5D4F-BAC2-4E91-9E75-11A98E5DCE03}" srcOrd="0" destOrd="0" presId="urn:microsoft.com/office/officeart/2005/8/layout/hierarchy1"/>
    <dgm:cxn modelId="{879FA1E4-221E-45AF-8ECD-DBFE20B8B211}" type="presParOf" srcId="{7EAF71F5-587E-438C-BF13-E03BCAAC6390}" destId="{E3FA4550-B899-4FB9-81C2-38321CFC4326}" srcOrd="1" destOrd="0" presId="urn:microsoft.com/office/officeart/2005/8/layout/hierarchy1"/>
    <dgm:cxn modelId="{CCFBB4BF-4422-445A-BF01-8110DB008BD6}" type="presParOf" srcId="{E3FA4550-B899-4FB9-81C2-38321CFC4326}" destId="{8E8B3155-E278-40FB-8408-336DDF911C25}" srcOrd="0" destOrd="0" presId="urn:microsoft.com/office/officeart/2005/8/layout/hierarchy1"/>
    <dgm:cxn modelId="{0D59B4B2-5EC6-4604-8524-1EC30F2CD806}" type="presParOf" srcId="{8E8B3155-E278-40FB-8408-336DDF911C25}" destId="{E7653FCA-0EF8-4E2C-AC31-BCA53A861E8E}" srcOrd="0" destOrd="0" presId="urn:microsoft.com/office/officeart/2005/8/layout/hierarchy1"/>
    <dgm:cxn modelId="{637D39EB-4964-425E-B9C8-06422270937D}" type="presParOf" srcId="{8E8B3155-E278-40FB-8408-336DDF911C25}" destId="{D4FEF6D1-DB5A-4B9A-A623-856FC01C9AAB}" srcOrd="1" destOrd="0" presId="urn:microsoft.com/office/officeart/2005/8/layout/hierarchy1"/>
    <dgm:cxn modelId="{4A902766-1071-4327-B359-64486C427441}" type="presParOf" srcId="{E3FA4550-B899-4FB9-81C2-38321CFC4326}" destId="{AB1BCF24-D3FE-461A-8C1C-C0BC58B6B724}" srcOrd="1" destOrd="0" presId="urn:microsoft.com/office/officeart/2005/8/layout/hierarchy1"/>
    <dgm:cxn modelId="{A6F0ACA0-1B56-4A1B-AD1F-C98A38082D97}" type="presParOf" srcId="{A2A4B7AD-E6E1-4648-8EAE-D19BD1F89A3B}" destId="{D2BA88C5-66D0-41F2-B656-DBCC81DCA643}" srcOrd="2" destOrd="0" presId="urn:microsoft.com/office/officeart/2005/8/layout/hierarchy1"/>
    <dgm:cxn modelId="{7101B647-7494-46B8-9551-1032D5CF9E95}" type="presParOf" srcId="{A2A4B7AD-E6E1-4648-8EAE-D19BD1F89A3B}" destId="{AA1C8A00-C70D-42EE-94F4-13841D5B6D9A}" srcOrd="3" destOrd="0" presId="urn:microsoft.com/office/officeart/2005/8/layout/hierarchy1"/>
    <dgm:cxn modelId="{6CECD1CA-3458-421E-8A47-C7ECC32FD518}" type="presParOf" srcId="{AA1C8A00-C70D-42EE-94F4-13841D5B6D9A}" destId="{AD11F5FB-FD0D-448B-BC3A-BA4F6F9D8189}" srcOrd="0" destOrd="0" presId="urn:microsoft.com/office/officeart/2005/8/layout/hierarchy1"/>
    <dgm:cxn modelId="{887CDE39-271A-4550-8176-52D91193C577}" type="presParOf" srcId="{AD11F5FB-FD0D-448B-BC3A-BA4F6F9D8189}" destId="{1F804EF4-AC66-4F9B-84BE-98A8C31A9392}" srcOrd="0" destOrd="0" presId="urn:microsoft.com/office/officeart/2005/8/layout/hierarchy1"/>
    <dgm:cxn modelId="{61EE033A-2BC8-4556-AD10-F1E47F38DAD7}" type="presParOf" srcId="{AD11F5FB-FD0D-448B-BC3A-BA4F6F9D8189}" destId="{173D4380-E2FF-4C7A-8167-AEACAF0A173A}" srcOrd="1" destOrd="0" presId="urn:microsoft.com/office/officeart/2005/8/layout/hierarchy1"/>
    <dgm:cxn modelId="{5481B96F-0BD4-42C3-84E8-5E8E73D764E1}" type="presParOf" srcId="{AA1C8A00-C70D-42EE-94F4-13841D5B6D9A}" destId="{93A61BBD-F751-491E-86EA-11B0D36017D2}" srcOrd="1" destOrd="0" presId="urn:microsoft.com/office/officeart/2005/8/layout/hierarchy1"/>
    <dgm:cxn modelId="{05FFF861-BCBB-49BF-8C4E-ECF42F20236A}" type="presParOf" srcId="{93A61BBD-F751-491E-86EA-11B0D36017D2}" destId="{5FF5497D-096C-4878-89B0-13C8BD84A38C}" srcOrd="0" destOrd="0" presId="urn:microsoft.com/office/officeart/2005/8/layout/hierarchy1"/>
    <dgm:cxn modelId="{3DE160FF-F761-471E-96DE-82E033D2506F}" type="presParOf" srcId="{93A61BBD-F751-491E-86EA-11B0D36017D2}" destId="{41A0D283-7382-42D5-9E87-3703E2179160}" srcOrd="1" destOrd="0" presId="urn:microsoft.com/office/officeart/2005/8/layout/hierarchy1"/>
    <dgm:cxn modelId="{8D31BA58-C898-4AF1-AC7C-51AAEA48E622}" type="presParOf" srcId="{41A0D283-7382-42D5-9E87-3703E2179160}" destId="{6D9420B2-15EE-463E-9B19-5720257361C4}" srcOrd="0" destOrd="0" presId="urn:microsoft.com/office/officeart/2005/8/layout/hierarchy1"/>
    <dgm:cxn modelId="{4CFCE600-773B-496B-83B1-6F24A3F89C27}" type="presParOf" srcId="{6D9420B2-15EE-463E-9B19-5720257361C4}" destId="{2A55F286-FA66-4C52-B867-22063AC149C2}" srcOrd="0" destOrd="0" presId="urn:microsoft.com/office/officeart/2005/8/layout/hierarchy1"/>
    <dgm:cxn modelId="{4A71BCAB-B3DC-4B15-A9C6-1F28233495CC}" type="presParOf" srcId="{6D9420B2-15EE-463E-9B19-5720257361C4}" destId="{2C3CB25B-FD38-43C5-832B-32DE0EDAA1C5}" srcOrd="1" destOrd="0" presId="urn:microsoft.com/office/officeart/2005/8/layout/hierarchy1"/>
    <dgm:cxn modelId="{BA299507-F329-4F53-A497-788E70A90FB5}" type="presParOf" srcId="{41A0D283-7382-42D5-9E87-3703E2179160}" destId="{60B2C88A-E007-4826-B85D-841B40F5A8BD}" srcOrd="1" destOrd="0" presId="urn:microsoft.com/office/officeart/2005/8/layout/hierarchy1"/>
    <dgm:cxn modelId="{8BBFDBE4-9502-4A07-90AE-3D6C76C85C4F}" type="presParOf" srcId="{60B2C88A-E007-4826-B85D-841B40F5A8BD}" destId="{A98E3281-FA5B-4211-8F7A-22D818B7F2AB}" srcOrd="0" destOrd="0" presId="urn:microsoft.com/office/officeart/2005/8/layout/hierarchy1"/>
    <dgm:cxn modelId="{DD6C70A1-16BA-46BD-A961-71E81B1096F2}" type="presParOf" srcId="{60B2C88A-E007-4826-B85D-841B40F5A8BD}" destId="{E76D5EA2-3BCD-4387-B59D-67BC41F95412}" srcOrd="1" destOrd="0" presId="urn:microsoft.com/office/officeart/2005/8/layout/hierarchy1"/>
    <dgm:cxn modelId="{50002FFE-7698-4850-8560-47F9A4E524C1}" type="presParOf" srcId="{E76D5EA2-3BCD-4387-B59D-67BC41F95412}" destId="{77324B43-8688-47E1-B0D2-1DC83F0740C3}" srcOrd="0" destOrd="0" presId="urn:microsoft.com/office/officeart/2005/8/layout/hierarchy1"/>
    <dgm:cxn modelId="{603E5309-60D7-4FA3-A09B-F361A0104651}" type="presParOf" srcId="{77324B43-8688-47E1-B0D2-1DC83F0740C3}" destId="{E455BFD2-A8CC-4D9C-876D-35EF42A8E1CB}" srcOrd="0" destOrd="0" presId="urn:microsoft.com/office/officeart/2005/8/layout/hierarchy1"/>
    <dgm:cxn modelId="{8D15FACA-8C6E-43E9-AAFD-FF03541D1AB1}" type="presParOf" srcId="{77324B43-8688-47E1-B0D2-1DC83F0740C3}" destId="{2E232102-4219-431C-93CC-97956E701667}" srcOrd="1" destOrd="0" presId="urn:microsoft.com/office/officeart/2005/8/layout/hierarchy1"/>
    <dgm:cxn modelId="{2490B8B2-8F38-4722-ADE3-A60A9BA53D40}" type="presParOf" srcId="{E76D5EA2-3BCD-4387-B59D-67BC41F95412}" destId="{04DC4EE0-68E9-40F3-9E1D-11AB3E302DEE}" srcOrd="1" destOrd="0" presId="urn:microsoft.com/office/officeart/2005/8/layout/hierarchy1"/>
    <dgm:cxn modelId="{86CA8031-5669-4B80-BD8E-67E7C24A74D6}" type="presParOf" srcId="{04DC4EE0-68E9-40F3-9E1D-11AB3E302DEE}" destId="{9A6CD855-B9D1-4B34-B109-4369ADA9EBF2}" srcOrd="0" destOrd="0" presId="urn:microsoft.com/office/officeart/2005/8/layout/hierarchy1"/>
    <dgm:cxn modelId="{6D84075B-464E-426C-B148-B35B8E09FB9D}" type="presParOf" srcId="{04DC4EE0-68E9-40F3-9E1D-11AB3E302DEE}" destId="{1616D05B-F248-49C3-AB2C-EB9AA0E560AB}" srcOrd="1" destOrd="0" presId="urn:microsoft.com/office/officeart/2005/8/layout/hierarchy1"/>
    <dgm:cxn modelId="{095F87BE-B47A-4CCD-BA2C-C98D04CD61B8}" type="presParOf" srcId="{1616D05B-F248-49C3-AB2C-EB9AA0E560AB}" destId="{F0148AD0-BEF5-46F3-A496-1072A6EC85BD}" srcOrd="0" destOrd="0" presId="urn:microsoft.com/office/officeart/2005/8/layout/hierarchy1"/>
    <dgm:cxn modelId="{C665DA64-1FFF-4FEC-AF21-6D2A230F0E77}" type="presParOf" srcId="{F0148AD0-BEF5-46F3-A496-1072A6EC85BD}" destId="{9FEC3B6F-9159-4FC8-85F1-58BA5DB6F5EA}" srcOrd="0" destOrd="0" presId="urn:microsoft.com/office/officeart/2005/8/layout/hierarchy1"/>
    <dgm:cxn modelId="{1088B96D-8755-405A-839A-6EBDC6A988C6}" type="presParOf" srcId="{F0148AD0-BEF5-46F3-A496-1072A6EC85BD}" destId="{39083316-F8C6-4D48-831F-7D92D4AB69E0}" srcOrd="1" destOrd="0" presId="urn:microsoft.com/office/officeart/2005/8/layout/hierarchy1"/>
    <dgm:cxn modelId="{97E1B6FF-7A13-44E0-B6B0-A2D91E9ABCB4}" type="presParOf" srcId="{1616D05B-F248-49C3-AB2C-EB9AA0E560AB}" destId="{510B8AD2-580B-4C16-BD7F-1513644A1E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32F19-AE27-4780-B8A9-9E698F423E35}">
      <dsp:nvSpPr>
        <dsp:cNvPr id="0" name=""/>
        <dsp:cNvSpPr/>
      </dsp:nvSpPr>
      <dsp:spPr>
        <a:xfrm>
          <a:off x="0" y="11994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MySQL Tables</a:t>
          </a:r>
          <a:endParaRPr lang="en-IN" sz="2300" kern="1200" dirty="0"/>
        </a:p>
      </dsp:txBody>
      <dsp:txXfrm>
        <a:off x="25616" y="37610"/>
        <a:ext cx="5117927" cy="473513"/>
      </dsp:txXfrm>
    </dsp:sp>
    <dsp:sp modelId="{C6A51AF3-4D22-44DB-B265-E3E7FF34550E}">
      <dsp:nvSpPr>
        <dsp:cNvPr id="0" name=""/>
        <dsp:cNvSpPr/>
      </dsp:nvSpPr>
      <dsp:spPr>
        <a:xfrm>
          <a:off x="0" y="602979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Users </a:t>
          </a:r>
        </a:p>
      </dsp:txBody>
      <dsp:txXfrm>
        <a:off x="25616" y="628595"/>
        <a:ext cx="5117927" cy="473513"/>
      </dsp:txXfrm>
    </dsp:sp>
    <dsp:sp modelId="{BF7AA7C6-550F-4E74-A323-89763C61F63D}">
      <dsp:nvSpPr>
        <dsp:cNvPr id="0" name=""/>
        <dsp:cNvSpPr/>
      </dsp:nvSpPr>
      <dsp:spPr>
        <a:xfrm>
          <a:off x="0" y="1193964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Movies </a:t>
          </a:r>
        </a:p>
      </dsp:txBody>
      <dsp:txXfrm>
        <a:off x="25616" y="1219580"/>
        <a:ext cx="5117927" cy="473513"/>
      </dsp:txXfrm>
    </dsp:sp>
    <dsp:sp modelId="{2EDA13EF-2FD4-4DD5-9D5E-912A478CFD58}">
      <dsp:nvSpPr>
        <dsp:cNvPr id="0" name=""/>
        <dsp:cNvSpPr/>
      </dsp:nvSpPr>
      <dsp:spPr>
        <a:xfrm>
          <a:off x="0" y="1839813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Shows </a:t>
          </a:r>
        </a:p>
      </dsp:txBody>
      <dsp:txXfrm>
        <a:off x="25616" y="1865429"/>
        <a:ext cx="5117927" cy="473513"/>
      </dsp:txXfrm>
    </dsp:sp>
    <dsp:sp modelId="{824D65C3-2380-46B3-B5AA-44CF1B0A194C}">
      <dsp:nvSpPr>
        <dsp:cNvPr id="0" name=""/>
        <dsp:cNvSpPr/>
      </dsp:nvSpPr>
      <dsp:spPr>
        <a:xfrm>
          <a:off x="0" y="2375934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Seats </a:t>
          </a:r>
        </a:p>
      </dsp:txBody>
      <dsp:txXfrm>
        <a:off x="25616" y="2401550"/>
        <a:ext cx="5117927" cy="473513"/>
      </dsp:txXfrm>
    </dsp:sp>
    <dsp:sp modelId="{05A5FEB9-029A-4A26-AA7A-AD5E12BFAAC0}">
      <dsp:nvSpPr>
        <dsp:cNvPr id="0" name=""/>
        <dsp:cNvSpPr/>
      </dsp:nvSpPr>
      <dsp:spPr>
        <a:xfrm>
          <a:off x="0" y="2966920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Bookings </a:t>
          </a:r>
        </a:p>
      </dsp:txBody>
      <dsp:txXfrm>
        <a:off x="25616" y="2992536"/>
        <a:ext cx="5117927" cy="473513"/>
      </dsp:txXfrm>
    </dsp:sp>
    <dsp:sp modelId="{E047F5BA-5CEB-4430-BF17-D0658B8E9B3B}">
      <dsp:nvSpPr>
        <dsp:cNvPr id="0" name=""/>
        <dsp:cNvSpPr/>
      </dsp:nvSpPr>
      <dsp:spPr>
        <a:xfrm>
          <a:off x="0" y="3557905"/>
          <a:ext cx="5169159" cy="5247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Payments</a:t>
          </a:r>
        </a:p>
      </dsp:txBody>
      <dsp:txXfrm>
        <a:off x="25616" y="3583521"/>
        <a:ext cx="5117927" cy="473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CD855-B9D1-4B34-B109-4369ADA9EBF2}">
      <dsp:nvSpPr>
        <dsp:cNvPr id="0" name=""/>
        <dsp:cNvSpPr/>
      </dsp:nvSpPr>
      <dsp:spPr>
        <a:xfrm>
          <a:off x="3640716" y="3469152"/>
          <a:ext cx="1215340" cy="296926"/>
        </a:xfrm>
        <a:custGeom>
          <a:avLst/>
          <a:gdLst/>
          <a:ahLst/>
          <a:cxnLst/>
          <a:rect l="0" t="0" r="0" b="0"/>
          <a:pathLst>
            <a:path>
              <a:moveTo>
                <a:pt x="1215340" y="0"/>
              </a:moveTo>
              <a:lnTo>
                <a:pt x="1215340" y="202787"/>
              </a:lnTo>
              <a:lnTo>
                <a:pt x="0" y="202787"/>
              </a:lnTo>
              <a:lnTo>
                <a:pt x="0" y="29692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8E3281-FA5B-4211-8F7A-22D818B7F2AB}">
      <dsp:nvSpPr>
        <dsp:cNvPr id="0" name=""/>
        <dsp:cNvSpPr/>
      </dsp:nvSpPr>
      <dsp:spPr>
        <a:xfrm>
          <a:off x="4810336" y="2528324"/>
          <a:ext cx="91440" cy="2955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5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5497D-096C-4878-89B0-13C8BD84A38C}">
      <dsp:nvSpPr>
        <dsp:cNvPr id="0" name=""/>
        <dsp:cNvSpPr/>
      </dsp:nvSpPr>
      <dsp:spPr>
        <a:xfrm>
          <a:off x="4810336" y="1587495"/>
          <a:ext cx="91440" cy="2955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5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A88C5-66D0-41F2-B656-DBCC81DCA643}">
      <dsp:nvSpPr>
        <dsp:cNvPr id="0" name=""/>
        <dsp:cNvSpPr/>
      </dsp:nvSpPr>
      <dsp:spPr>
        <a:xfrm>
          <a:off x="3924543" y="646667"/>
          <a:ext cx="931513" cy="295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404"/>
              </a:lnTo>
              <a:lnTo>
                <a:pt x="931513" y="201404"/>
              </a:lnTo>
              <a:lnTo>
                <a:pt x="931513" y="2955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9C5D4F-BAC2-4E91-9E75-11A98E5DCE03}">
      <dsp:nvSpPr>
        <dsp:cNvPr id="0" name=""/>
        <dsp:cNvSpPr/>
      </dsp:nvSpPr>
      <dsp:spPr>
        <a:xfrm>
          <a:off x="3568318" y="3486549"/>
          <a:ext cx="91440" cy="2781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814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7F21B9-E161-4914-B2FD-7C7489039739}">
      <dsp:nvSpPr>
        <dsp:cNvPr id="0" name=""/>
        <dsp:cNvSpPr/>
      </dsp:nvSpPr>
      <dsp:spPr>
        <a:xfrm>
          <a:off x="2993029" y="2528324"/>
          <a:ext cx="621008" cy="312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801"/>
              </a:lnTo>
              <a:lnTo>
                <a:pt x="621008" y="218801"/>
              </a:lnTo>
              <a:lnTo>
                <a:pt x="621008" y="31294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7E10A4-748C-45FD-9DBC-788A4EB36A3D}">
      <dsp:nvSpPr>
        <dsp:cNvPr id="0" name=""/>
        <dsp:cNvSpPr/>
      </dsp:nvSpPr>
      <dsp:spPr>
        <a:xfrm>
          <a:off x="2372020" y="3481677"/>
          <a:ext cx="1236294" cy="284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262"/>
              </a:lnTo>
              <a:lnTo>
                <a:pt x="1236294" y="190262"/>
              </a:lnTo>
              <a:lnTo>
                <a:pt x="1236294" y="284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03231-ED7E-40B8-9A72-00443C6A30C5}">
      <dsp:nvSpPr>
        <dsp:cNvPr id="0" name=""/>
        <dsp:cNvSpPr/>
      </dsp:nvSpPr>
      <dsp:spPr>
        <a:xfrm>
          <a:off x="2372020" y="2528324"/>
          <a:ext cx="621008" cy="308068"/>
        </a:xfrm>
        <a:custGeom>
          <a:avLst/>
          <a:gdLst/>
          <a:ahLst/>
          <a:cxnLst/>
          <a:rect l="0" t="0" r="0" b="0"/>
          <a:pathLst>
            <a:path>
              <a:moveTo>
                <a:pt x="621008" y="0"/>
              </a:moveTo>
              <a:lnTo>
                <a:pt x="621008" y="213929"/>
              </a:lnTo>
              <a:lnTo>
                <a:pt x="0" y="213929"/>
              </a:lnTo>
              <a:lnTo>
                <a:pt x="0" y="30806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5CD2CC-093E-4C60-BBC7-848E6E110723}">
      <dsp:nvSpPr>
        <dsp:cNvPr id="0" name=""/>
        <dsp:cNvSpPr/>
      </dsp:nvSpPr>
      <dsp:spPr>
        <a:xfrm>
          <a:off x="2947309" y="1587495"/>
          <a:ext cx="91440" cy="2955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5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791E8-BE3D-4365-A717-AB82FA70CE7A}">
      <dsp:nvSpPr>
        <dsp:cNvPr id="0" name=""/>
        <dsp:cNvSpPr/>
      </dsp:nvSpPr>
      <dsp:spPr>
        <a:xfrm>
          <a:off x="2993029" y="646667"/>
          <a:ext cx="931513" cy="295543"/>
        </a:xfrm>
        <a:custGeom>
          <a:avLst/>
          <a:gdLst/>
          <a:ahLst/>
          <a:cxnLst/>
          <a:rect l="0" t="0" r="0" b="0"/>
          <a:pathLst>
            <a:path>
              <a:moveTo>
                <a:pt x="931513" y="0"/>
              </a:moveTo>
              <a:lnTo>
                <a:pt x="931513" y="201404"/>
              </a:lnTo>
              <a:lnTo>
                <a:pt x="0" y="201404"/>
              </a:lnTo>
              <a:lnTo>
                <a:pt x="0" y="2955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BDF63-81BA-454C-BE85-6F52A2691709}">
      <dsp:nvSpPr>
        <dsp:cNvPr id="0" name=""/>
        <dsp:cNvSpPr/>
      </dsp:nvSpPr>
      <dsp:spPr>
        <a:xfrm>
          <a:off x="3416444" y="1382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9A444-0B47-46CB-9A54-22A443CBF95E}">
      <dsp:nvSpPr>
        <dsp:cNvPr id="0" name=""/>
        <dsp:cNvSpPr/>
      </dsp:nvSpPr>
      <dsp:spPr>
        <a:xfrm>
          <a:off x="3529355" y="108647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</a:t>
          </a:r>
          <a:endParaRPr lang="en-IN" sz="1400" kern="1200" dirty="0"/>
        </a:p>
      </dsp:txBody>
      <dsp:txXfrm>
        <a:off x="3548255" y="127547"/>
        <a:ext cx="978396" cy="607484"/>
      </dsp:txXfrm>
    </dsp:sp>
    <dsp:sp modelId="{6041536B-9BAA-4853-A4FC-E1A00F26708D}">
      <dsp:nvSpPr>
        <dsp:cNvPr id="0" name=""/>
        <dsp:cNvSpPr/>
      </dsp:nvSpPr>
      <dsp:spPr>
        <a:xfrm>
          <a:off x="2484931" y="942211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CA562-EF7B-4D11-A289-8CE09A588533}">
      <dsp:nvSpPr>
        <dsp:cNvPr id="0" name=""/>
        <dsp:cNvSpPr/>
      </dsp:nvSpPr>
      <dsp:spPr>
        <a:xfrm>
          <a:off x="2597842" y="1049476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</a:t>
          </a:r>
          <a:endParaRPr lang="en-IN" sz="1400" kern="1200" dirty="0"/>
        </a:p>
      </dsp:txBody>
      <dsp:txXfrm>
        <a:off x="2616742" y="1068376"/>
        <a:ext cx="978396" cy="607484"/>
      </dsp:txXfrm>
    </dsp:sp>
    <dsp:sp modelId="{4FA27952-81BF-4182-A225-8DC54A97B7D5}">
      <dsp:nvSpPr>
        <dsp:cNvPr id="0" name=""/>
        <dsp:cNvSpPr/>
      </dsp:nvSpPr>
      <dsp:spPr>
        <a:xfrm>
          <a:off x="2484931" y="1883039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0243A-A07F-4952-ADAA-FC11BF3C8C71}">
      <dsp:nvSpPr>
        <dsp:cNvPr id="0" name=""/>
        <dsp:cNvSpPr/>
      </dsp:nvSpPr>
      <dsp:spPr>
        <a:xfrm>
          <a:off x="2597842" y="1990304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BOOKING</a:t>
          </a:r>
          <a:endParaRPr lang="en-IN" sz="1400" kern="1200" dirty="0"/>
        </a:p>
      </dsp:txBody>
      <dsp:txXfrm>
        <a:off x="2616742" y="2009204"/>
        <a:ext cx="978396" cy="607484"/>
      </dsp:txXfrm>
    </dsp:sp>
    <dsp:sp modelId="{218397B7-76EF-489A-A8EC-E2574A76E478}">
      <dsp:nvSpPr>
        <dsp:cNvPr id="0" name=""/>
        <dsp:cNvSpPr/>
      </dsp:nvSpPr>
      <dsp:spPr>
        <a:xfrm>
          <a:off x="1863922" y="2836392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5D4F7-61FA-4485-899E-C106AE08EA15}">
      <dsp:nvSpPr>
        <dsp:cNvPr id="0" name=""/>
        <dsp:cNvSpPr/>
      </dsp:nvSpPr>
      <dsp:spPr>
        <a:xfrm>
          <a:off x="1976833" y="2943658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MOVIE</a:t>
          </a:r>
          <a:endParaRPr lang="en-IN" sz="1400" kern="1200" dirty="0"/>
        </a:p>
      </dsp:txBody>
      <dsp:txXfrm>
        <a:off x="1995733" y="2962558"/>
        <a:ext cx="978396" cy="607484"/>
      </dsp:txXfrm>
    </dsp:sp>
    <dsp:sp modelId="{95A07CA7-9474-4F9D-9959-FC64B570F374}">
      <dsp:nvSpPr>
        <dsp:cNvPr id="0" name=""/>
        <dsp:cNvSpPr/>
      </dsp:nvSpPr>
      <dsp:spPr>
        <a:xfrm>
          <a:off x="3100217" y="3766079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5589D-6FFC-41E2-91EE-AC68A85C1671}">
      <dsp:nvSpPr>
        <dsp:cNvPr id="0" name=""/>
        <dsp:cNvSpPr/>
      </dsp:nvSpPr>
      <dsp:spPr>
        <a:xfrm>
          <a:off x="3213127" y="3873344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payment</a:t>
          </a:r>
          <a:endParaRPr lang="en-IN" sz="1400" kern="1200" dirty="0"/>
        </a:p>
      </dsp:txBody>
      <dsp:txXfrm>
        <a:off x="3232027" y="3892244"/>
        <a:ext cx="978396" cy="607484"/>
      </dsp:txXfrm>
    </dsp:sp>
    <dsp:sp modelId="{DC9AB15E-D2F9-4FBD-8C7F-8345F7F45E46}">
      <dsp:nvSpPr>
        <dsp:cNvPr id="0" name=""/>
        <dsp:cNvSpPr/>
      </dsp:nvSpPr>
      <dsp:spPr>
        <a:xfrm>
          <a:off x="3105940" y="2841264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82CCD-2361-4BD2-BDED-F4F3EE222741}">
      <dsp:nvSpPr>
        <dsp:cNvPr id="0" name=""/>
        <dsp:cNvSpPr/>
      </dsp:nvSpPr>
      <dsp:spPr>
        <a:xfrm>
          <a:off x="3218851" y="2948530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SEAT</a:t>
          </a:r>
          <a:endParaRPr lang="en-IN" sz="1400" kern="1200" dirty="0"/>
        </a:p>
      </dsp:txBody>
      <dsp:txXfrm>
        <a:off x="3237751" y="2967430"/>
        <a:ext cx="978396" cy="607484"/>
      </dsp:txXfrm>
    </dsp:sp>
    <dsp:sp modelId="{E7653FCA-0EF8-4E2C-AC31-BCA53A861E8E}">
      <dsp:nvSpPr>
        <dsp:cNvPr id="0" name=""/>
        <dsp:cNvSpPr/>
      </dsp:nvSpPr>
      <dsp:spPr>
        <a:xfrm>
          <a:off x="3105940" y="3764696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EF6D1-DB5A-4B9A-A623-856FC01C9AAB}">
      <dsp:nvSpPr>
        <dsp:cNvPr id="0" name=""/>
        <dsp:cNvSpPr/>
      </dsp:nvSpPr>
      <dsp:spPr>
        <a:xfrm>
          <a:off x="3218851" y="3871961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payment</a:t>
          </a:r>
          <a:endParaRPr lang="en-IN" sz="1400" kern="1200" dirty="0"/>
        </a:p>
      </dsp:txBody>
      <dsp:txXfrm>
        <a:off x="3237751" y="3890861"/>
        <a:ext cx="978396" cy="607484"/>
      </dsp:txXfrm>
    </dsp:sp>
    <dsp:sp modelId="{1F804EF4-AC66-4F9B-84BE-98A8C31A9392}">
      <dsp:nvSpPr>
        <dsp:cNvPr id="0" name=""/>
        <dsp:cNvSpPr/>
      </dsp:nvSpPr>
      <dsp:spPr>
        <a:xfrm>
          <a:off x="4347958" y="942211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D4380-E2FF-4C7A-8167-AEACAF0A173A}">
      <dsp:nvSpPr>
        <dsp:cNvPr id="0" name=""/>
        <dsp:cNvSpPr/>
      </dsp:nvSpPr>
      <dsp:spPr>
        <a:xfrm>
          <a:off x="4460868" y="1049476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ADMIN</a:t>
          </a:r>
          <a:endParaRPr lang="en-IN" sz="1400" kern="1200" dirty="0"/>
        </a:p>
      </dsp:txBody>
      <dsp:txXfrm>
        <a:off x="4479768" y="1068376"/>
        <a:ext cx="978396" cy="607484"/>
      </dsp:txXfrm>
    </dsp:sp>
    <dsp:sp modelId="{2A55F286-FA66-4C52-B867-22063AC149C2}">
      <dsp:nvSpPr>
        <dsp:cNvPr id="0" name=""/>
        <dsp:cNvSpPr/>
      </dsp:nvSpPr>
      <dsp:spPr>
        <a:xfrm>
          <a:off x="4347958" y="1883039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CB25B-FD38-43C5-832B-32DE0EDAA1C5}">
      <dsp:nvSpPr>
        <dsp:cNvPr id="0" name=""/>
        <dsp:cNvSpPr/>
      </dsp:nvSpPr>
      <dsp:spPr>
        <a:xfrm>
          <a:off x="4460868" y="1990304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MOVIE</a:t>
          </a:r>
          <a:endParaRPr lang="en-IN" sz="1400" kern="1200" dirty="0"/>
        </a:p>
      </dsp:txBody>
      <dsp:txXfrm>
        <a:off x="4479768" y="2009204"/>
        <a:ext cx="978396" cy="607484"/>
      </dsp:txXfrm>
    </dsp:sp>
    <dsp:sp modelId="{E455BFD2-A8CC-4D9C-876D-35EF42A8E1CB}">
      <dsp:nvSpPr>
        <dsp:cNvPr id="0" name=""/>
        <dsp:cNvSpPr/>
      </dsp:nvSpPr>
      <dsp:spPr>
        <a:xfrm>
          <a:off x="4347958" y="2823868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32102-4219-431C-93CC-97956E701667}">
      <dsp:nvSpPr>
        <dsp:cNvPr id="0" name=""/>
        <dsp:cNvSpPr/>
      </dsp:nvSpPr>
      <dsp:spPr>
        <a:xfrm>
          <a:off x="4460868" y="2931133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SHOW</a:t>
          </a:r>
          <a:endParaRPr lang="en-IN" sz="1400" kern="1200" dirty="0"/>
        </a:p>
      </dsp:txBody>
      <dsp:txXfrm>
        <a:off x="4479768" y="2950033"/>
        <a:ext cx="978396" cy="607484"/>
      </dsp:txXfrm>
    </dsp:sp>
    <dsp:sp modelId="{9FEC3B6F-9159-4FC8-85F1-58BA5DB6F5EA}">
      <dsp:nvSpPr>
        <dsp:cNvPr id="0" name=""/>
        <dsp:cNvSpPr/>
      </dsp:nvSpPr>
      <dsp:spPr>
        <a:xfrm>
          <a:off x="3132617" y="3766079"/>
          <a:ext cx="1016196" cy="645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83316-F8C6-4D48-831F-7D92D4AB69E0}">
      <dsp:nvSpPr>
        <dsp:cNvPr id="0" name=""/>
        <dsp:cNvSpPr/>
      </dsp:nvSpPr>
      <dsp:spPr>
        <a:xfrm>
          <a:off x="3245528" y="3873344"/>
          <a:ext cx="1016196" cy="645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PAYMENT</a:t>
          </a:r>
          <a:endParaRPr lang="en-IN" sz="1400" kern="1200" dirty="0"/>
        </a:p>
      </dsp:txBody>
      <dsp:txXfrm>
        <a:off x="3264428" y="3892244"/>
        <a:ext cx="978396" cy="607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36228-A580-4A87-8DA5-2E73A87C9737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140BC-71EA-4FE8-AD0D-0CB224A23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24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9144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05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9144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7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7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7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9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8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9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4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10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8/1/2026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6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S-001/OnlineMovieBook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Online Movie Ticket Booking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Object Oriented Programming Project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D5EA8-FA29-A0D1-BB7B-F8F939AA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700" dirty="0"/>
              <a:t>S3 CSE A #3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F16D7-59AD-C5A4-9CC2-39FE61B3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4978-CD6D-A09F-3EEC-CB3F69C6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Team MEMBERS (GROUP-03)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2B74-4D04-4481-0CDE-028F40394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434652"/>
            <a:ext cx="7103442" cy="1499617"/>
          </a:xfrm>
        </p:spPr>
        <p:txBody>
          <a:bodyPr vert="horz" lIns="68580" tIns="34290" rIns="68580" bIns="34290" rtlCol="0" anchor="t">
            <a:normAutofit fontScale="77500" lnSpcReduction="20000"/>
          </a:bodyPr>
          <a:lstStyle/>
          <a:p>
            <a:pPr marL="0" lvl="0" indent="0">
              <a:buNone/>
            </a:pPr>
            <a:endParaRPr lang="en-IN" sz="2800" dirty="0">
              <a:latin typeface="Tw Cen MT Condensed (Headings)"/>
            </a:endParaRPr>
          </a:p>
          <a:p>
            <a:pPr marL="0" lvl="0" indent="0">
              <a:buNone/>
            </a:pPr>
            <a:r>
              <a:rPr lang="en-IN" sz="3000" dirty="0">
                <a:latin typeface="+mj-lt"/>
              </a:rPr>
              <a:t>Department of Computer Science &amp; Engineering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3000" dirty="0">
                <a:latin typeface="+mj-lt"/>
              </a:rPr>
              <a:t>Semester 3, A Class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IN" sz="3000" dirty="0">
                <a:latin typeface="+mj-lt"/>
              </a:rPr>
              <a:t>GitHub Repository: </a:t>
            </a:r>
            <a:r>
              <a:rPr lang="en-IN" sz="3000" dirty="0">
                <a:latin typeface="+mj-lt"/>
                <a:hlinkClick r:id="rId2"/>
              </a:rPr>
              <a:t>ATS-001/</a:t>
            </a:r>
            <a:r>
              <a:rPr lang="en-IN" sz="3000" dirty="0" err="1">
                <a:latin typeface="+mj-lt"/>
                <a:hlinkClick r:id="rId2"/>
              </a:rPr>
              <a:t>OnlineMovieBooking</a:t>
            </a:r>
            <a:endParaRPr lang="en-US" sz="3000" dirty="0">
              <a:latin typeface="+mj-lt"/>
            </a:endParaRPr>
          </a:p>
          <a:p>
            <a:pPr>
              <a:buClr>
                <a:srgbClr val="262626"/>
              </a:buClr>
            </a:pPr>
            <a:endParaRPr lang="en-US" sz="2700" dirty="0">
              <a:latin typeface="Tw Cen MT Condensed (Headings)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9215E-2884-A589-50DE-881B289B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ED75B-01ED-9079-3F7F-5F037144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D5FA26-0AB1-C7E4-711D-BF4FCCE69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890894"/>
              </p:ext>
            </p:extLst>
          </p:nvPr>
        </p:nvGraphicFramePr>
        <p:xfrm>
          <a:off x="581485" y="2131484"/>
          <a:ext cx="7546516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2515">
                  <a:extLst>
                    <a:ext uri="{9D8B030D-6E8A-4147-A177-3AD203B41FA5}">
                      <a16:colId xmlns:a16="http://schemas.microsoft.com/office/drawing/2014/main" val="1151842075"/>
                    </a:ext>
                  </a:extLst>
                </a:gridCol>
                <a:gridCol w="4064001">
                  <a:extLst>
                    <a:ext uri="{9D8B030D-6E8A-4147-A177-3AD203B41FA5}">
                      <a16:colId xmlns:a16="http://schemas.microsoft.com/office/drawing/2014/main" val="1346696307"/>
                    </a:ext>
                  </a:extLst>
                </a:gridCol>
              </a:tblGrid>
              <a:tr h="422419"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Roll Number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>
                          <a:latin typeface="Tw Cen MT Condensed (Headings)"/>
                        </a:rPr>
                        <a:t>Team Member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41811"/>
                  </a:ext>
                </a:extLst>
              </a:tr>
              <a:tr h="422419">
                <a:tc>
                  <a:txBody>
                    <a:bodyPr/>
                    <a:lstStyle/>
                    <a:p>
                      <a:pPr marL="68580" lvl="0" indent="-6858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Char char=" "/>
                      </a:pPr>
                      <a:r>
                        <a:rPr lang="en-IN" sz="2300" b="0" dirty="0">
                          <a:latin typeface="Tw Cen MT Condensed (Headings)"/>
                        </a:rPr>
                        <a:t>VAS25CS001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None/>
                      </a:pPr>
                      <a:r>
                        <a:rPr lang="en-IN" sz="2300" b="0" dirty="0">
                          <a:latin typeface="Tw Cen MT Condensed (Headings)"/>
                        </a:rPr>
                        <a:t>Aaron Thalakkottor Sooraj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37842"/>
                  </a:ext>
                </a:extLst>
              </a:tr>
              <a:tr h="240342">
                <a:tc>
                  <a:txBody>
                    <a:bodyPr/>
                    <a:lstStyle/>
                    <a:p>
                      <a:pPr marL="68580" lvl="0" indent="-6858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Char char=" "/>
                      </a:pPr>
                      <a:r>
                        <a:rPr lang="en-IN" sz="2300" b="0" dirty="0">
                          <a:latin typeface="Tw Cen MT Condensed (Headings)"/>
                        </a:rPr>
                        <a:t>VAS25CS012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300" b="0" dirty="0" err="1">
                          <a:latin typeface="Tw Cen MT Condensed (Headings)"/>
                        </a:rPr>
                        <a:t>Abinandh</a:t>
                      </a:r>
                      <a:r>
                        <a:rPr lang="en-IN" sz="2300" b="0" dirty="0">
                          <a:latin typeface="Tw Cen MT Condensed (Headings)"/>
                        </a:rPr>
                        <a:t> P. 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514949"/>
                  </a:ext>
                </a:extLst>
              </a:tr>
              <a:tr h="422419">
                <a:tc>
                  <a:txBody>
                    <a:bodyPr/>
                    <a:lstStyle/>
                    <a:p>
                      <a:pPr marL="68580" lvl="0" indent="-6858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Char char=" "/>
                      </a:pPr>
                      <a:r>
                        <a:rPr lang="en-IN" sz="2300" b="0" dirty="0">
                          <a:latin typeface="Tw Cen MT Condensed (Headings)"/>
                        </a:rPr>
                        <a:t>VAS25CS017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None/>
                      </a:pPr>
                      <a:r>
                        <a:rPr lang="en-IN" sz="2300" b="0" dirty="0" err="1">
                          <a:latin typeface="Tw Cen MT Condensed (Headings)"/>
                        </a:rPr>
                        <a:t>Adhin</a:t>
                      </a:r>
                      <a:r>
                        <a:rPr lang="en-IN" sz="2300" b="0" dirty="0">
                          <a:latin typeface="Tw Cen MT Condensed (Headings)"/>
                        </a:rPr>
                        <a:t> Seby 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956115"/>
                  </a:ext>
                </a:extLst>
              </a:tr>
              <a:tr h="286909">
                <a:tc>
                  <a:txBody>
                    <a:bodyPr/>
                    <a:lstStyle/>
                    <a:p>
                      <a:pPr marL="68580" lvl="0" indent="-68580">
                        <a:buClr>
                          <a:schemeClr val="accent1"/>
                        </a:buClr>
                        <a:buSzPct val="100000"/>
                        <a:buFont typeface="Tw Cen MT" panose="020B0602020104020603" pitchFamily="34" charset="0"/>
                        <a:buChar char=" "/>
                      </a:pPr>
                      <a:r>
                        <a:rPr lang="en-IN" sz="2300" b="0" dirty="0">
                          <a:latin typeface="Tw Cen MT Condensed (Headings)"/>
                        </a:rPr>
                        <a:t>VAS25CS026</a:t>
                      </a:r>
                      <a:endParaRPr lang="en-US" sz="2300" b="0" dirty="0">
                        <a:latin typeface="Tw Cen MT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300" b="0" dirty="0">
                          <a:latin typeface="Tw Cen MT Condensed (Headings)"/>
                        </a:rPr>
                        <a:t>Adwaith S. Kumar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6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19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DF00-55B0-C07C-4EC6-E460B7D0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82A2-AA50-E7C4-C992-418D8DF8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83324-08C5-E002-272A-9DBE0A038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484" y="2135591"/>
            <a:ext cx="7921689" cy="4094645"/>
          </a:xfrm>
        </p:spPr>
        <p:txBody>
          <a:bodyPr vert="horz" lIns="68580" tIns="34290" rIns="68580" bIns="34290" rtlCol="0" anchor="t">
            <a:noAutofit/>
          </a:bodyPr>
          <a:lstStyle/>
          <a:p>
            <a:pPr algn="just"/>
            <a:r>
              <a:rPr lang="en-IN" sz="2800" b="1" dirty="0"/>
              <a:t>Online Movie Ticket Booking System</a:t>
            </a:r>
            <a:r>
              <a:rPr lang="en-IN" sz="2800" dirty="0"/>
              <a:t> is a robust  Java-based application developed using Object-Oriented Programming concepts. The system enables users to browse available movies, select show timings, choose seats, make bookings, and manage reservations efficiently.</a:t>
            </a:r>
          </a:p>
          <a:p>
            <a:pPr algn="just"/>
            <a:r>
              <a:rPr lang="en-IN" sz="2800" dirty="0"/>
              <a:t>The application uses </a:t>
            </a:r>
            <a:r>
              <a:rPr lang="en-IN" sz="2800" b="1" dirty="0" err="1"/>
              <a:t>Java+Swing</a:t>
            </a:r>
            <a:r>
              <a:rPr lang="en-IN" sz="2800" dirty="0"/>
              <a:t> for the frontend logic and </a:t>
            </a:r>
            <a:r>
              <a:rPr lang="en-IN" sz="2800" b="1" dirty="0"/>
              <a:t>MySQL</a:t>
            </a:r>
            <a:r>
              <a:rPr lang="en-IN" sz="2800" dirty="0"/>
              <a:t> as the backend database, connected using </a:t>
            </a:r>
            <a:r>
              <a:rPr lang="en-IN" sz="2800" b="1" dirty="0"/>
              <a:t>JDBC </a:t>
            </a:r>
            <a:r>
              <a:rPr lang="en-IN" sz="2800" dirty="0"/>
              <a:t>using the </a:t>
            </a:r>
            <a:r>
              <a:rPr lang="en-IN" sz="2800" b="1" dirty="0"/>
              <a:t>DAO (Data Access Object)</a:t>
            </a:r>
            <a:r>
              <a:rPr lang="en-IN" sz="2800" dirty="0"/>
              <a:t> design pattern.</a:t>
            </a:r>
          </a:p>
          <a:p>
            <a:pPr marL="0" indent="0" algn="just">
              <a:buNone/>
            </a:pPr>
            <a:endParaRPr lang="en-US" sz="2800" dirty="0">
              <a:latin typeface="Tw Cen MT Condensed (Headings)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56807-3C72-DCF0-37FE-B98FF890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B078F-1855-2B43-0136-BC790F42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8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4011-81E9-E4AF-9B1E-088C749F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BFF9-A2D6-BBD2-7A4D-08CF5D1F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Problem Statement &amp;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27A88-4421-2C02-33AA-51C6308A7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484" y="1832905"/>
            <a:ext cx="8101957" cy="463779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>
              <a:buNone/>
            </a:pPr>
            <a:r>
              <a:rPr lang="en-IN" sz="2300" dirty="0"/>
              <a:t>Traditional ticket booking methods often involve: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300" b="1" dirty="0"/>
              <a:t>Long Queues &amp; Delays:</a:t>
            </a:r>
            <a:r>
              <a:rPr lang="en-IN" sz="2300" dirty="0"/>
              <a:t> Traditional manual counter bookings are time-consuming and inconvenient.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300" b="1" dirty="0"/>
              <a:t>Manual Record-Keeping:</a:t>
            </a:r>
            <a:r>
              <a:rPr lang="en-IN" sz="2300" dirty="0"/>
              <a:t> Relies on paper or legacy files, leading to high administrative overhead.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300" b="1" dirty="0"/>
              <a:t>Double-Booking Risks:</a:t>
            </a:r>
            <a:r>
              <a:rPr lang="en-IN" sz="2300" dirty="0"/>
              <a:t> Lack of real-time tracking causes duplicate seat allocations and human errors.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300" b="1" dirty="0"/>
              <a:t>System Solution:</a:t>
            </a:r>
            <a:r>
              <a:rPr lang="en-IN" sz="2300" dirty="0"/>
              <a:t> An automated, database-driven desktop application ensuring real-time seat availability, atomic transactions, and instant conflict detection.</a:t>
            </a:r>
          </a:p>
          <a:p>
            <a:pPr marL="0" indent="0">
              <a:buNone/>
            </a:pPr>
            <a:r>
              <a:rPr lang="en-IN" sz="2300" dirty="0"/>
              <a:t>Our system provides an automated solution that improves efficiency and enhances user experience.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FF783-F4DB-0804-2C82-1F85BB73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S3 CSE A #3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AFA9B-BE6B-6484-7F08-8DCF859E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4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51FC-9362-5046-7E54-02BE41A1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F951-0516-A480-EA73-6B15A7C2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Project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1BF5-D383-7D6F-ECF8-21BCD859D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92" y="1944870"/>
            <a:ext cx="8279758" cy="4094645"/>
          </a:xfrm>
        </p:spPr>
        <p:txBody>
          <a:bodyPr vert="horz" lIns="68580" tIns="34290" rIns="68580" bIns="34290" rtlCol="0" anchor="t">
            <a:noAutofit/>
          </a:bodyPr>
          <a:lstStyle/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Application Development:</a:t>
            </a:r>
            <a:r>
              <a:rPr lang="en-IN" sz="2000" dirty="0"/>
              <a:t> Build a functional, desktop-based online movie ticket reservation system using </a:t>
            </a:r>
            <a:r>
              <a:rPr lang="en-IN" sz="2000" b="1" dirty="0"/>
              <a:t>Java (Swing/AWT)</a:t>
            </a:r>
            <a:r>
              <a:rPr lang="en-IN" sz="2000" dirty="0"/>
              <a:t>. 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OOP Implementation:</a:t>
            </a:r>
            <a:r>
              <a:rPr lang="en-IN" sz="2000" dirty="0"/>
              <a:t> Apply core Object-Oriented Programming principles (Encapsulation, Inheritance, Polymorphism, Abstraction). 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Database Persistence:</a:t>
            </a:r>
            <a:r>
              <a:rPr lang="en-IN" sz="2000" dirty="0"/>
              <a:t> Establish robust database connectivity using </a:t>
            </a:r>
            <a:r>
              <a:rPr lang="en-IN" sz="2000" b="1" dirty="0"/>
              <a:t>JDBC</a:t>
            </a:r>
            <a:r>
              <a:rPr lang="en-IN" sz="2000" dirty="0"/>
              <a:t> to store user, movie, show, and booking data securely in </a:t>
            </a:r>
            <a:r>
              <a:rPr lang="en-IN" sz="2000" b="1" dirty="0"/>
              <a:t>MySQL</a:t>
            </a:r>
            <a:r>
              <a:rPr lang="en-IN" sz="2000" dirty="0"/>
              <a:t>. 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Concurrency &amp; Integrity:</a:t>
            </a:r>
            <a:r>
              <a:rPr lang="en-IN" sz="2000" dirty="0"/>
              <a:t> Implement atomic transactions and conflict detection mechanisms to </a:t>
            </a:r>
            <a:r>
              <a:rPr lang="en-IN" sz="2000" b="1" dirty="0"/>
              <a:t>prevent duplicate seat bookings</a:t>
            </a:r>
            <a:r>
              <a:rPr lang="en-IN" sz="2000" dirty="0"/>
              <a:t>. 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User Experience:</a:t>
            </a:r>
            <a:r>
              <a:rPr lang="en-IN" sz="2000" dirty="0"/>
              <a:t> Provide intuitive interfaces for customers (</a:t>
            </a:r>
            <a:r>
              <a:rPr lang="en-IN" sz="2000" dirty="0" err="1"/>
              <a:t>catalog</a:t>
            </a:r>
            <a:r>
              <a:rPr lang="en-IN" sz="2000" dirty="0"/>
              <a:t> browsing, interactive seating, UPI/Card checkout) and administrators (</a:t>
            </a:r>
            <a:r>
              <a:rPr lang="en-IN" sz="2000" dirty="0" err="1"/>
              <a:t>catalog</a:t>
            </a:r>
            <a:r>
              <a:rPr lang="en-IN" sz="2000" dirty="0"/>
              <a:t> and show scheduling)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D9531-F5DF-CFF0-8001-3A860FE2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AEAFC-02FC-F7F8-80FD-729093DF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7399-95CD-6517-5926-55A48666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B493-E5B6-2B06-671E-552B7C34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F0E7-98CE-E267-3188-9D3804DC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1879558"/>
            <a:ext cx="7921689" cy="4094645"/>
          </a:xfrm>
        </p:spPr>
        <p:txBody>
          <a:bodyPr vert="horz" lIns="68580" tIns="34290" rIns="68580" bIns="34290" rtlCol="0" anchor="t">
            <a:noAutofit/>
          </a:bodyPr>
          <a:lstStyle/>
          <a:p>
            <a:pPr lvl="0"/>
            <a:r>
              <a:rPr lang="en-IN" sz="2800" b="1" dirty="0"/>
              <a:t>Industry Landscape:</a:t>
            </a:r>
            <a:r>
              <a:rPr lang="en-IN" sz="2800" dirty="0"/>
              <a:t> Modern entertainment platforms provide seamless online ticket reservation, real-time seat selection, and digital payment facilities.</a:t>
            </a:r>
          </a:p>
          <a:p>
            <a:pPr lvl="0"/>
            <a:r>
              <a:rPr lang="en-IN" sz="2800" b="1" dirty="0"/>
              <a:t>Project Scope:</a:t>
            </a:r>
            <a:r>
              <a:rPr lang="en-IN" sz="2800" dirty="0"/>
              <a:t> Our system recreates these essential booking functionalities within a lightweight desktop application framework.</a:t>
            </a:r>
          </a:p>
          <a:p>
            <a:pPr lvl="0"/>
            <a:r>
              <a:rPr lang="en-IN" sz="2800" b="1" dirty="0"/>
              <a:t>Academic Objective:</a:t>
            </a:r>
            <a:r>
              <a:rPr lang="en-IN" sz="2800" dirty="0"/>
              <a:t> Demonstrates the practical application of Object-Oriented Programming (OOP) design principles, relational database integration, and software engineering standards.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B7260-2C7A-1F95-5C91-A3568868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191EF-EF78-89C7-1554-D049A3C0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80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9C32-ED5D-9395-6BCF-6BF0FD16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15A9-3617-CDCA-A40F-F991DAEC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EBC5C2-9DCE-8377-49D6-06B2777D8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283" y="1898744"/>
            <a:ext cx="7329408" cy="4094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F0FAF-67E4-3724-0277-3BAA82E1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CB787-D1D5-7B70-0BE6-0D1C4B9E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63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32DC-3286-1A27-D094-1E2C9568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9224-797E-EFEA-435B-63C98124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System Architecture &amp; Design Pattern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6CE7D-ABAF-3DE1-A165-E8F2C0F9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082B7-B852-4BFC-23CD-19143C58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48043A4-CC0B-C40E-1E60-F65F385CF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475182"/>
              </p:ext>
            </p:extLst>
          </p:nvPr>
        </p:nvGraphicFramePr>
        <p:xfrm>
          <a:off x="581484" y="3427330"/>
          <a:ext cx="7289800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0214">
                  <a:extLst>
                    <a:ext uri="{9D8B030D-6E8A-4147-A177-3AD203B41FA5}">
                      <a16:colId xmlns:a16="http://schemas.microsoft.com/office/drawing/2014/main" val="604378512"/>
                    </a:ext>
                  </a:extLst>
                </a:gridCol>
                <a:gridCol w="5969586">
                  <a:extLst>
                    <a:ext uri="{9D8B030D-6E8A-4147-A177-3AD203B41FA5}">
                      <a16:colId xmlns:a16="http://schemas.microsoft.com/office/drawing/2014/main" val="1502323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Presentation Layer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Java Swing GUI (Frames &amp; Panels)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1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Business Logic Layer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Domain Models &amp; Controllers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49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Data Access Layer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DAO Classes (</a:t>
                      </a:r>
                      <a:r>
                        <a:rPr lang="en-IN" sz="1400" b="0" dirty="0" err="1">
                          <a:latin typeface="+mj-lt"/>
                        </a:rPr>
                        <a:t>UserDAO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dirty="0" err="1">
                          <a:latin typeface="+mj-lt"/>
                        </a:rPr>
                        <a:t>MovieDAO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dirty="0" err="1">
                          <a:latin typeface="+mj-lt"/>
                        </a:rPr>
                        <a:t>BookingDAO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dirty="0" err="1">
                          <a:latin typeface="+mj-lt"/>
                        </a:rPr>
                        <a:t>PaymentDAO</a:t>
                      </a:r>
                      <a:r>
                        <a:rPr lang="en-IN" sz="1400" b="0" dirty="0">
                          <a:latin typeface="+mj-lt"/>
                        </a:rPr>
                        <a:t>)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21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Persistence Layer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MySQL Relational Database via JDBC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36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Frontend GUI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Java Swing &amp; AWT (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LoginFrame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RegisterFrame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MovieFrame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ShowFrame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SeatSelectionFrame</a:t>
                      </a:r>
                      <a:r>
                        <a:rPr lang="en-IN" sz="1400" b="0" dirty="0">
                          <a:latin typeface="+mj-lt"/>
                        </a:rPr>
                        <a:t>,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AdminDashboard</a:t>
                      </a:r>
                      <a:r>
                        <a:rPr lang="en-IN" sz="1400" b="0" dirty="0">
                          <a:latin typeface="+mj-lt"/>
                        </a:rPr>
                        <a:t>)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37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Backend Persistence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MySQL Server connected via JDBC driver (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mysql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-connector-j</a:t>
                      </a:r>
                      <a:r>
                        <a:rPr lang="en-IN" sz="1400" b="0" dirty="0">
                          <a:latin typeface="+mj-lt"/>
                        </a:rPr>
                        <a:t>)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4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Concurrency Control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Pessimistic locking (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SELECT ... FOR UPDATE</a:t>
                      </a:r>
                      <a:r>
                        <a:rPr lang="en-IN" sz="1400" b="0" dirty="0">
                          <a:latin typeface="+mj-lt"/>
                        </a:rPr>
                        <a:t>) and JDBC atomic transactions to prevent double-booking conflicts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891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0F2E918-DC62-AD3A-8CC0-4FB068149BDA}"/>
              </a:ext>
            </a:extLst>
          </p:cNvPr>
          <p:cNvSpPr txBox="1"/>
          <p:nvPr/>
        </p:nvSpPr>
        <p:spPr>
          <a:xfrm>
            <a:off x="492711" y="2131485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</a:rPr>
              <a:t>The application is structured following a modular desktop architecture implementing the Data Access Object (DAO) design pattern to cleanly decouple the user interface from database operations.</a:t>
            </a:r>
            <a:endParaRPr lang="en-US" sz="2400" dirty="0"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6333D-F984-35C7-620E-A67AD819FCC0}"/>
              </a:ext>
            </a:extLst>
          </p:cNvPr>
          <p:cNvCxnSpPr>
            <a:cxnSpLocks/>
          </p:cNvCxnSpPr>
          <p:nvPr/>
        </p:nvCxnSpPr>
        <p:spPr>
          <a:xfrm>
            <a:off x="8310626" y="3427330"/>
            <a:ext cx="46736" cy="2542032"/>
          </a:xfrm>
          <a:prstGeom prst="straightConnector1">
            <a:avLst/>
          </a:prstGeom>
          <a:ln w="238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05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7C3E-A241-98B1-967D-E71EC3D1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1914-DAEA-333D-2E8E-B247A83C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Project’s </a:t>
            </a:r>
            <a:r>
              <a:rPr lang="en-IN" dirty="0"/>
              <a:t>Team Members Responsibilities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82F09-9B7B-20E2-7001-37CDFEAA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AC0D3-15C3-816D-85DF-02DAC694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34477B8-29CA-5B07-7F94-648C76D58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70576"/>
              </p:ext>
            </p:extLst>
          </p:nvPr>
        </p:nvGraphicFramePr>
        <p:xfrm>
          <a:off x="581484" y="2131485"/>
          <a:ext cx="8089899" cy="3883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836">
                  <a:extLst>
                    <a:ext uri="{9D8B030D-6E8A-4147-A177-3AD203B41FA5}">
                      <a16:colId xmlns:a16="http://schemas.microsoft.com/office/drawing/2014/main" val="4134561769"/>
                    </a:ext>
                  </a:extLst>
                </a:gridCol>
                <a:gridCol w="2509520">
                  <a:extLst>
                    <a:ext uri="{9D8B030D-6E8A-4147-A177-3AD203B41FA5}">
                      <a16:colId xmlns:a16="http://schemas.microsoft.com/office/drawing/2014/main" val="3752730035"/>
                    </a:ext>
                  </a:extLst>
                </a:gridCol>
                <a:gridCol w="4109543">
                  <a:extLst>
                    <a:ext uri="{9D8B030D-6E8A-4147-A177-3AD203B41FA5}">
                      <a16:colId xmlns:a16="http://schemas.microsoft.com/office/drawing/2014/main" val="2218206043"/>
                    </a:ext>
                  </a:extLst>
                </a:gridCol>
              </a:tblGrid>
              <a:tr h="41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>
                          <a:latin typeface="Tw Cen MT Condensed (Headings)"/>
                        </a:rPr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>
                          <a:latin typeface="Tw Cen MT Condensed (Headings)"/>
                        </a:rPr>
                        <a:t>Team Member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Assigned Domain &amp; Responsibilities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490650"/>
                  </a:ext>
                </a:extLst>
              </a:tr>
              <a:tr h="802057"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VAS25CS001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Aaron Thalakkottor Sooraj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Database Architecture, JDBC Connectivity, &amp;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349687"/>
                  </a:ext>
                </a:extLst>
              </a:tr>
              <a:tr h="802057"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VAS25CS012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 err="1">
                          <a:latin typeface="Tw Cen MT Condensed (Headings)"/>
                        </a:rPr>
                        <a:t>Abinandh</a:t>
                      </a:r>
                      <a:r>
                        <a:rPr lang="en-IN" sz="2300" b="0" dirty="0">
                          <a:latin typeface="Tw Cen MT Condensed (Headings)"/>
                        </a:rPr>
                        <a:t> P. 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Movie &amp; Show Management, </a:t>
                      </a:r>
                      <a:r>
                        <a:rPr lang="en-IN" sz="2300" b="0" dirty="0" err="1">
                          <a:latin typeface="Tw Cen MT Condensed (Headings)"/>
                        </a:rPr>
                        <a:t>Catalogs</a:t>
                      </a:r>
                      <a:r>
                        <a:rPr lang="en-IN" sz="2300" b="0" dirty="0">
                          <a:latin typeface="Tw Cen MT Condensed (Headings)"/>
                        </a:rPr>
                        <a:t>, and Admin Scheduling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001266"/>
                  </a:ext>
                </a:extLst>
              </a:tr>
              <a:tr h="1034913"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VAS25CS017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 err="1">
                          <a:latin typeface="Tw Cen MT Condensed (Headings)"/>
                        </a:rPr>
                        <a:t>Adhin</a:t>
                      </a:r>
                      <a:r>
                        <a:rPr lang="en-IN" sz="2300" b="0" dirty="0">
                          <a:latin typeface="Tw Cen MT Condensed (Headings)"/>
                        </a:rPr>
                        <a:t> Seby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Seat Selection UI, Booking Logic, &amp; Polymorphic Payment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32108"/>
                  </a:ext>
                </a:extLst>
              </a:tr>
              <a:tr h="802057"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VAS25CS026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b="0" dirty="0">
                          <a:latin typeface="Tw Cen MT Condensed (Headings)"/>
                        </a:rPr>
                        <a:t>Adwaith S.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300" b="0" dirty="0">
                          <a:latin typeface="Tw Cen MT Condensed (Headings)"/>
                        </a:rPr>
                        <a:t>User Authentication, Registration, and Role/Profile Handling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195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09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3D6C-F347-8284-24A1-FA5F5212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53" y="659864"/>
            <a:ext cx="7290054" cy="1499616"/>
          </a:xfrm>
        </p:spPr>
        <p:txBody>
          <a:bodyPr/>
          <a:lstStyle/>
          <a:p>
            <a:r>
              <a:rPr lang="en-US" dirty="0"/>
              <a:t>OOP CONCEPTS USED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D02F2-9F44-5A7F-6036-1128CD4B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6B495-2F59-C12A-F19D-6CEDE89D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B8BAF6E-6A16-237B-C8D5-DA0B73E7C2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164340"/>
              </p:ext>
            </p:extLst>
          </p:nvPr>
        </p:nvGraphicFramePr>
        <p:xfrm>
          <a:off x="768096" y="1945640"/>
          <a:ext cx="2301675" cy="25958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Movie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333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15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175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58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19550"/>
                  </a:ext>
                </a:extLst>
              </a:tr>
            </a:tbl>
          </a:graphicData>
        </a:graphic>
      </p:graphicFrame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96A7B442-87F8-ABD0-CE19-AE1FC90E5C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440237"/>
              </p:ext>
            </p:extLst>
          </p:nvPr>
        </p:nvGraphicFramePr>
        <p:xfrm>
          <a:off x="3178884" y="1931850"/>
          <a:ext cx="2018267" cy="87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18267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OBJECTS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Each Movie, Customer, Show , Booking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D0847885-054B-4223-86D8-CA5920F62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050755"/>
              </p:ext>
            </p:extLst>
          </p:nvPr>
        </p:nvGraphicFramePr>
        <p:xfrm>
          <a:off x="768096" y="4676499"/>
          <a:ext cx="2301675" cy="889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ENCAPSULATION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r>
                        <a:rPr lang="en-IN" sz="1400" dirty="0"/>
                        <a:t>Access is provided using </a:t>
                      </a:r>
                      <a:r>
                        <a:rPr lang="en-IN" sz="1400" b="1" dirty="0"/>
                        <a:t>getter and setter methods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F2499400-FB57-2D11-87F0-F1C62DCCCB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6440937"/>
              </p:ext>
            </p:extLst>
          </p:nvPr>
        </p:nvGraphicFramePr>
        <p:xfrm>
          <a:off x="3178883" y="4038600"/>
          <a:ext cx="2018267" cy="87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18267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INHERITANCE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Admin and Customer inherit from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  <p:graphicFrame>
        <p:nvGraphicFramePr>
          <p:cNvPr id="17" name="Content Placeholder 7">
            <a:extLst>
              <a:ext uri="{FF2B5EF4-FFF2-40B4-BE49-F238E27FC236}">
                <a16:creationId xmlns:a16="http://schemas.microsoft.com/office/drawing/2014/main" id="{49A0CBE6-DCA7-9C6C-03DB-6AC013F04D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6831924"/>
              </p:ext>
            </p:extLst>
          </p:nvPr>
        </p:nvGraphicFramePr>
        <p:xfrm>
          <a:off x="3178884" y="2992120"/>
          <a:ext cx="2018266" cy="87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18266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POLYMORPHISM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 Overriding &amp; Overloading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  <p:graphicFrame>
        <p:nvGraphicFramePr>
          <p:cNvPr id="19" name="Content Placeholder 7">
            <a:extLst>
              <a:ext uri="{FF2B5EF4-FFF2-40B4-BE49-F238E27FC236}">
                <a16:creationId xmlns:a16="http://schemas.microsoft.com/office/drawing/2014/main" id="{226A5A41-7255-76F1-CD67-88C8E5B396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1869961"/>
              </p:ext>
            </p:extLst>
          </p:nvPr>
        </p:nvGraphicFramePr>
        <p:xfrm>
          <a:off x="3178884" y="5008246"/>
          <a:ext cx="2018265" cy="87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1826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Abstract classes for booking operations.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  <p:graphicFrame>
        <p:nvGraphicFramePr>
          <p:cNvPr id="21" name="Content Placeholder 7">
            <a:extLst>
              <a:ext uri="{FF2B5EF4-FFF2-40B4-BE49-F238E27FC236}">
                <a16:creationId xmlns:a16="http://schemas.microsoft.com/office/drawing/2014/main" id="{5187EA6A-B346-F7B4-A456-F67A2974F6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7752414"/>
              </p:ext>
            </p:extLst>
          </p:nvPr>
        </p:nvGraphicFramePr>
        <p:xfrm>
          <a:off x="5306260" y="1942301"/>
          <a:ext cx="2018265" cy="87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1826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Payment [</a:t>
                      </a:r>
                      <a:r>
                        <a:rPr lang="en-IN" sz="13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UPIPayment</a:t>
                      </a:r>
                      <a:r>
                        <a:rPr lang="en-IN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lang="en-IN" dirty="0"/>
                        <a:t> </a:t>
                      </a:r>
                      <a:r>
                        <a:rPr lang="en-IN" sz="13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CardPayment</a:t>
                      </a:r>
                      <a:r>
                        <a:rPr lang="en-IN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48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C150-9B85-8AD7-9367-EDF37DB16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1C3B-A1FB-FF79-CF03-FC1D7FC8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53" y="659864"/>
            <a:ext cx="7290054" cy="1499616"/>
          </a:xfrm>
        </p:spPr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216AC-8C09-7FEC-14D2-84A03996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0E5AC-02F5-004F-AD95-C33CBE39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D8FE94E-D1B1-6F57-1748-23F4AC7DA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299634"/>
              </p:ext>
            </p:extLst>
          </p:nvPr>
        </p:nvGraphicFramePr>
        <p:xfrm>
          <a:off x="768096" y="1945640"/>
          <a:ext cx="2301675" cy="1483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USER &amp;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User 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Secure Login &amp;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333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Profile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15286"/>
                  </a:ext>
                </a:extLst>
              </a:tr>
            </a:tbl>
          </a:graphicData>
        </a:graphic>
      </p:graphicFrame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8A16B567-4854-3147-A71B-E91B2DD90A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554939"/>
              </p:ext>
            </p:extLst>
          </p:nvPr>
        </p:nvGraphicFramePr>
        <p:xfrm>
          <a:off x="3178884" y="1945640"/>
          <a:ext cx="2301674" cy="22250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4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SHOW SCHEDULING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Shows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Update Timings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67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View Shows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0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Hall Mapping &amp; Timings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1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 Ticket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05366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6465C1A0-F8FC-2F4B-2D28-EF7617877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668313"/>
              </p:ext>
            </p:extLst>
          </p:nvPr>
        </p:nvGraphicFramePr>
        <p:xfrm>
          <a:off x="5589037" y="1949749"/>
          <a:ext cx="2301674" cy="15417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4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PAYMENT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Polymorphic Checkout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UPI VPA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59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Credit/Debit Card Masking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113028"/>
                  </a:ext>
                </a:extLst>
              </a:tr>
            </a:tbl>
          </a:graphicData>
        </a:graphic>
      </p:graphicFrame>
      <p:graphicFrame>
        <p:nvGraphicFramePr>
          <p:cNvPr id="17" name="Content Placeholder 7">
            <a:extLst>
              <a:ext uri="{FF2B5EF4-FFF2-40B4-BE49-F238E27FC236}">
                <a16:creationId xmlns:a16="http://schemas.microsoft.com/office/drawing/2014/main" id="{BF62FD32-23C9-5C07-BACB-9F9A6CDF1C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0941307"/>
              </p:ext>
            </p:extLst>
          </p:nvPr>
        </p:nvGraphicFramePr>
        <p:xfrm>
          <a:off x="768096" y="3572779"/>
          <a:ext cx="2301675" cy="219571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5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MOVIE CATALOG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Movies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41517">
                <a:tc>
                  <a:txBody>
                    <a:bodyPr/>
                    <a:lstStyle/>
                    <a:p>
                      <a:r>
                        <a:rPr lang="en-IN" dirty="0"/>
                        <a:t>Search &amp; Filter </a:t>
                      </a:r>
                      <a:r>
                        <a:rPr lang="en-IN" dirty="0" err="1"/>
                        <a:t>Catalogs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14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View Movies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95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Update Movies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01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 Movies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978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7">
            <a:extLst>
              <a:ext uri="{FF2B5EF4-FFF2-40B4-BE49-F238E27FC236}">
                <a16:creationId xmlns:a16="http://schemas.microsoft.com/office/drawing/2014/main" id="{E46E0659-E44E-E944-9A2A-19FD62618E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4474239"/>
              </p:ext>
            </p:extLst>
          </p:nvPr>
        </p:nvGraphicFramePr>
        <p:xfrm>
          <a:off x="5698150" y="3572779"/>
          <a:ext cx="2301674" cy="15417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674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ADMIN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Admin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Manage Movies, Shows, &amp;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24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Centralized Booking Ledger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569549"/>
                  </a:ext>
                </a:extLst>
              </a:tr>
            </a:tbl>
          </a:graphicData>
        </a:graphic>
      </p:graphicFrame>
      <p:graphicFrame>
        <p:nvGraphicFramePr>
          <p:cNvPr id="21" name="Content Placeholder 7">
            <a:extLst>
              <a:ext uri="{FF2B5EF4-FFF2-40B4-BE49-F238E27FC236}">
                <a16:creationId xmlns:a16="http://schemas.microsoft.com/office/drawing/2014/main" id="{727FB801-929A-0411-E19F-DDDD58DD41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206767"/>
              </p:ext>
            </p:extLst>
          </p:nvPr>
        </p:nvGraphicFramePr>
        <p:xfrm>
          <a:off x="3178884" y="4261512"/>
          <a:ext cx="2410153" cy="19862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10153">
                  <a:extLst>
                    <a:ext uri="{9D8B030D-6E8A-4147-A177-3AD203B41FA5}">
                      <a16:colId xmlns:a16="http://schemas.microsoft.com/office/drawing/2014/main" val="2270798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SEAT BOOKING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9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Interactive Seat Grid (Rows A–J)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Real-Time Seat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80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Conflict Prevention (Pessimistic Locking)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1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Ticket Confirmation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95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57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AD98-7CAC-3954-5642-613A947E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9C03-0200-742A-D7A2-F6E0C1D2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Backend Design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A076E7D-A921-F9E9-131D-E364CD5C10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036841"/>
              </p:ext>
            </p:extLst>
          </p:nvPr>
        </p:nvGraphicFramePr>
        <p:xfrm>
          <a:off x="765110" y="2131485"/>
          <a:ext cx="5169159" cy="4094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8E756-C1BD-9EB4-E836-577BE908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A4407-E37C-A8DD-0D00-C9144AE7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03C76-0807-15E3-EA47-317493431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3804" y="319806"/>
            <a:ext cx="1581371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5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F607-BDEF-CA60-1994-23F59402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D5D5-2D1C-86B0-4A2C-1F154C12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Database ER Diagram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4A7FC-38D5-ABDD-0472-548D97E86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6C194-CDC7-D1B3-8C8E-1F75BED4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EB8942-DD00-6E43-13DF-3C75985D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Database ER Diagram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220286-B61C-F957-088A-D8BE515D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3" y="2124656"/>
            <a:ext cx="8733454" cy="3481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858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826D-768B-8C0A-44C5-C032EE07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CEDD-850B-79DD-72FE-2001AC8D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BD5B0-F4BC-B43F-5AD3-194856EB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66064-BD79-6BCC-7CA4-9C568F8D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9D76DF9-3102-0952-D26B-818349D6B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655008"/>
              </p:ext>
            </p:extLst>
          </p:nvPr>
        </p:nvGraphicFramePr>
        <p:xfrm>
          <a:off x="787012" y="1707502"/>
          <a:ext cx="7340988" cy="4518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573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CB2B-7A29-BED2-609C-7904B9EA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7521-3662-162F-5004-8A22B6B5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US" dirty="0"/>
              <a:t>TOOLS AND TECHNOLOGIES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D827D-FA4C-1E09-9AB9-BEF52807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2BE9E-FF1F-5BE7-B0D4-687B7853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8EC87-2022-517B-A5AB-F2BD45AAD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483" y="2067478"/>
            <a:ext cx="7290055" cy="402336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Programming Language: Core Java  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GUI Framework: Java Swing &amp; AWT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DBMS: MySQL Server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Database Connectivity: JDBC via MySQL Connector  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Development Environment: </a:t>
            </a:r>
            <a:r>
              <a:rPr lang="en-IN" sz="2800" dirty="0" err="1"/>
              <a:t>VSCode</a:t>
            </a:r>
            <a:r>
              <a:rPr lang="en-IN" sz="2800" dirty="0"/>
              <a:t>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Version Control: GitHub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A18F6-3363-AFB9-4B77-7492CBF6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92" y="1089515"/>
            <a:ext cx="1810003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0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DC47-F4BD-14DF-45D0-B4455996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22BB-CA5E-CBBE-9343-5A0B0EFE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Future Enhancements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2CEE0-42D5-8FCA-45B0-A81C4A2E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S3 CSE A #3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A4D63-D64B-8648-0B22-9D84D1B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8D23C5C-6E1E-BF1C-C700-1F87BDBA9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484" y="1703768"/>
                <a:ext cx="7816068" cy="4641048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Online Payment Gateway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Third-Party Payment Gateway Integration (e.g., </a:t>
                </a:r>
                <a:r>
                  <a:rPr lang="en-IN" sz="2400" i="1" dirty="0" err="1"/>
                  <a:t>Razorpay</a:t>
                </a:r>
                <a:r>
                  <a:rPr lang="en-IN" sz="2400" i="1" dirty="0"/>
                  <a:t>, Stripe)</a:t>
                </a:r>
                <a:endParaRPr lang="en-IN" sz="2400" dirty="0"/>
              </a:p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QR Code Ticket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Dynamic QR Code E-Ticket Generation</a:t>
                </a:r>
                <a:endParaRPr lang="en-IN" sz="2400" dirty="0"/>
              </a:p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Email Confirmation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Automated Email &amp; SMS Notifications</a:t>
                </a:r>
                <a:endParaRPr lang="en-IN" sz="2400" dirty="0"/>
              </a:p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Mobile Application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Cross-Platform Mobile Application (Android/iOS)</a:t>
                </a:r>
                <a:endParaRPr lang="en-IN" sz="2400" dirty="0"/>
              </a:p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Online Seat Map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Cloud-Synchronized Interactive Seat Map</a:t>
                </a:r>
                <a:endParaRPr lang="en-IN" sz="2400" dirty="0"/>
              </a:p>
              <a:p>
                <a:pPr lvl="0">
                  <a:lnSpc>
                    <a:spcPct val="120000"/>
                  </a:lnSpc>
                  <a:buFont typeface="Wingdings" panose="05000000000000000000" pitchFamily="2" charset="2"/>
                  <a:buChar char="q"/>
                </a:pPr>
                <a:r>
                  <a:rPr lang="en-IN" sz="2400" dirty="0"/>
                  <a:t>Real-Time Notifications </a:t>
                </a:r>
                <a14:m>
                  <m:oMath xmlns:m="http://schemas.openxmlformats.org/officeDocument/2006/math">
                    <m:r>
                      <a:rPr lang="en-US" sz="2400" b="0"/>
                      <m:t>→</m:t>
                    </m:r>
                  </m:oMath>
                </a14:m>
                <a:r>
                  <a:rPr lang="en-IN" sz="2400" i="1" dirty="0"/>
                  <a:t>Real-Time Push Notifications &amp; SMS Alerts</a:t>
                </a:r>
                <a:endParaRPr lang="en-IN" sz="2400" dirty="0"/>
              </a:p>
              <a:p>
                <a:endParaRPr lang="en-IN" sz="10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8D23C5C-6E1E-BF1C-C700-1F87BDBA9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484" y="1703768"/>
                <a:ext cx="7816068" cy="4641048"/>
              </a:xfrm>
              <a:blipFill>
                <a:blip r:embed="rId2"/>
                <a:stretch>
                  <a:fillRect l="-1637" t="-131" r="-1325" b="-4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200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8D0F-25E3-68AE-8727-CE7958EA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864C-18F0-5977-8372-1C79E849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484" y="631869"/>
            <a:ext cx="7290054" cy="1499616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E0B8F-B2E1-34DA-3666-747FC694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S3 CSE A #3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1ADC0-AB52-2F83-4AA7-8D08B991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9258D-1FAF-28B4-06A9-AD9D4608B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484" y="1894861"/>
            <a:ext cx="7862720" cy="4331270"/>
          </a:xfrm>
        </p:spPr>
        <p:txBody>
          <a:bodyPr>
            <a:normAutofit fontScale="92500"/>
          </a:bodyPr>
          <a:lstStyle/>
          <a:p>
            <a:pPr lvl="0"/>
            <a:r>
              <a:rPr lang="en-IN" sz="2800" b="1" dirty="0"/>
              <a:t>Core Objective Achieved:</a:t>
            </a:r>
            <a:r>
              <a:rPr lang="en-IN" sz="2800" dirty="0"/>
              <a:t> Successfully developed an Online Movie Ticket Booking System demonstrating practical Object-Oriented Programming (OOP) concepts using Java. </a:t>
            </a:r>
          </a:p>
          <a:p>
            <a:pPr lvl="0"/>
            <a:r>
              <a:rPr lang="en-IN" sz="2800" b="1" dirty="0"/>
              <a:t>System Impact:</a:t>
            </a:r>
            <a:r>
              <a:rPr lang="en-IN" sz="2800" dirty="0"/>
              <a:t> Automates movie ticket reservations, minimizes manual record errors, and provides scalable persistence using a relational MySQL database backend. </a:t>
            </a:r>
          </a:p>
          <a:p>
            <a:pPr lvl="0"/>
            <a:r>
              <a:rPr lang="en-IN" sz="2800" b="1" dirty="0"/>
              <a:t>Technical Takeaways:</a:t>
            </a:r>
            <a:r>
              <a:rPr lang="en-IN" sz="2800" dirty="0"/>
              <a:t> Strengthened team proficiency in Java Swing GUI development, JDBC transaction handling, normalized database design, and modular software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275924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991D-48E7-4530-0875-B9752F1B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96A0-5176-5736-4E08-B71E52BF5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0597" y="4899471"/>
            <a:ext cx="5829300" cy="1463040"/>
          </a:xfrm>
          <a:solidFill>
            <a:schemeClr val="bg1"/>
          </a:solidFill>
        </p:spPr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06CE7-2374-CDD6-1C4B-89D95F72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700" dirty="0"/>
              <a:t>S3 CSE A #3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FB015-EC07-6198-186C-1B192B14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16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450</TotalTime>
  <Words>1038</Words>
  <Application>Microsoft Office PowerPoint</Application>
  <PresentationFormat>On-screen Show (4:3)</PresentationFormat>
  <Paragraphs>197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Tw Cen MT</vt:lpstr>
      <vt:lpstr>Tw Cen MT Condensed</vt:lpstr>
      <vt:lpstr>Tw Cen MT Condensed (Headings)</vt:lpstr>
      <vt:lpstr>Wingdings</vt:lpstr>
      <vt:lpstr>Wingdings 3</vt:lpstr>
      <vt:lpstr>Integral</vt:lpstr>
      <vt:lpstr>Online Movie Ticket Booking System</vt:lpstr>
      <vt:lpstr>Team MEMBERS (GROUP-03)</vt:lpstr>
      <vt:lpstr>introduction</vt:lpstr>
      <vt:lpstr>Problem Statement &amp; Limitations</vt:lpstr>
      <vt:lpstr>Project Objectives</vt:lpstr>
      <vt:lpstr>Background study</vt:lpstr>
      <vt:lpstr>methodology</vt:lpstr>
      <vt:lpstr>System Architecture &amp; Design Pattern</vt:lpstr>
      <vt:lpstr>Project’s Team Members Responsibilities</vt:lpstr>
      <vt:lpstr>OOP CONCEPTS USED</vt:lpstr>
      <vt:lpstr>modules</vt:lpstr>
      <vt:lpstr>Backend Design</vt:lpstr>
      <vt:lpstr>Database ER Diagram</vt:lpstr>
      <vt:lpstr>Class Diagram</vt:lpstr>
      <vt:lpstr>TOOLS AND TECHNOLOGIES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Aaron Thalakkottor Sooraj</cp:lastModifiedBy>
  <cp:revision>304</cp:revision>
  <dcterms:created xsi:type="dcterms:W3CDTF">2013-07-15T20:26:40Z</dcterms:created>
  <dcterms:modified xsi:type="dcterms:W3CDTF">2026-10-21T18:51:17Z</dcterms:modified>
</cp:coreProperties>
</file>